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47.xml" ContentType="application/vnd.openxmlformats-officedocument.presentationml.notesSlide+xml"/>
  <Override PartName="/ppt/notesSlides/notesSlide11.xml" ContentType="application/vnd.openxmlformats-officedocument.presentationml.notesSlide+xml"/>
  <Override PartName="/ppt/notesSlides/notesSlide48.xml" ContentType="application/vnd.openxmlformats-officedocument.presentationml.notesSlide+xml"/>
  <Override PartName="/ppt/notesSlides/notesSlide12.xml" ContentType="application/vnd.openxmlformats-officedocument.presentationml.notesSlide+xml"/>
  <Override PartName="/ppt/notesSlides/notesSlide49.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34.xml" ContentType="application/vnd.openxmlformats-officedocument.presentationml.notesSlide+xml"/>
  <Override PartName="/ppt/notesSlides/notesSlide1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0.xml" ContentType="application/vnd.openxmlformats-officedocument.presentationml.notesSlide+xml"/>
  <Override PartName="/ppt/notesSlides/_rels/notesSlide17.xml.rels" ContentType="application/vnd.openxmlformats-package.relationships+xml"/>
  <Override PartName="/ppt/notesSlides/_rels/notesSlide39.xml.rels" ContentType="application/vnd.openxmlformats-package.relationships+xml"/>
  <Override PartName="/ppt/notesSlides/_rels/notesSlide24.xml.rels" ContentType="application/vnd.openxmlformats-package.relationships+xml"/>
  <Override PartName="/ppt/notesSlides/_rels/notesSlide8.xml.rels" ContentType="application/vnd.openxmlformats-package.relationships+xml"/>
  <Override PartName="/ppt/notesSlides/_rels/notesSlide32.xml.rels" ContentType="application/vnd.openxmlformats-package.relationships+xml"/>
  <Override PartName="/ppt/notesSlides/_rels/notesSlide38.xml.rels" ContentType="application/vnd.openxmlformats-package.relationships+xml"/>
  <Override PartName="/ppt/notesSlides/_rels/notesSlide16.xml.rels" ContentType="application/vnd.openxmlformats-package.relationships+xml"/>
  <Override PartName="/ppt/notesSlides/_rels/notesSlide23.xml.rels" ContentType="application/vnd.openxmlformats-package.relationships+xml"/>
  <Override PartName="/ppt/notesSlides/_rels/notesSlide20.xml.rels" ContentType="application/vnd.openxmlformats-package.relationships+xml"/>
  <Override PartName="/ppt/notesSlides/_rels/notesSlide11.xml.rels" ContentType="application/vnd.openxmlformats-package.relationships+xml"/>
  <Override PartName="/ppt/notesSlides/_rels/notesSlide19.xml.rels" ContentType="application/vnd.openxmlformats-package.relationships+xml"/>
  <Override PartName="/ppt/notesSlides/_rels/notesSlide26.xml.rels" ContentType="application/vnd.openxmlformats-package.relationships+xml"/>
  <Override PartName="/ppt/notesSlides/_rels/notesSlide18.xml.rels" ContentType="application/vnd.openxmlformats-package.relationships+xml"/>
  <Override PartName="/ppt/notesSlides/_rels/notesSlide10.xml.rels" ContentType="application/vnd.openxmlformats-package.relationships+xml"/>
  <Override PartName="/ppt/notesSlides/_rels/notesSlide25.xml.rels" ContentType="application/vnd.openxmlformats-package.relationships+xml"/>
  <Override PartName="/ppt/notesSlides/_rels/notesSlide36.xml.rels" ContentType="application/vnd.openxmlformats-package.relationships+xml"/>
  <Override PartName="/ppt/notesSlides/_rels/notesSlide45.xml.rels" ContentType="application/vnd.openxmlformats-package.relationships+xml"/>
  <Override PartName="/ppt/notesSlides/_rels/notesSlide21.xml.rels" ContentType="application/vnd.openxmlformats-package.relationships+xml"/>
  <Override PartName="/ppt/notesSlides/_rels/notesSlide30.xml.rels" ContentType="application/vnd.openxmlformats-package.relationships+xml"/>
  <Override PartName="/ppt/notesSlides/_rels/notesSlide29.xml.rels" ContentType="application/vnd.openxmlformats-package.relationships+xml"/>
  <Override PartName="/ppt/notesSlides/_rels/notesSlide33.xml.rels" ContentType="application/vnd.openxmlformats-package.relationships+xml"/>
  <Override PartName="/ppt/notesSlides/_rels/notesSlide42.xml.rels" ContentType="application/vnd.openxmlformats-package.relationships+xml"/>
  <Override PartName="/ppt/notesSlides/_rels/notesSlide48.xml.rels" ContentType="application/vnd.openxmlformats-package.relationships+xml"/>
  <Override PartName="/ppt/notesSlides/_rels/notesSlide6.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50.xml.rels" ContentType="application/vnd.openxmlformats-package.relationships+xml"/>
  <Override PartName="/ppt/notesSlides/_rels/notesSlide49.xml.rels" ContentType="application/vnd.openxmlformats-package.relationships+xml"/>
  <Override PartName="/ppt/notesSlides/_rels/notesSlide34.xml.rels" ContentType="application/vnd.openxmlformats-package.relationships+xml"/>
  <Override PartName="/ppt/notesSlides/_rels/notesSlide43.xml.rels" ContentType="application/vnd.openxmlformats-package.relationships+xml"/>
  <Override PartName="/ppt/notesSlides/_rels/notesSlide27.xml.rels" ContentType="application/vnd.openxmlformats-package.relationships+xml"/>
  <Override PartName="/ppt/notesSlides/_rels/notesSlide13.xml.rels" ContentType="application/vnd.openxmlformats-package.relationships+xml"/>
  <Override PartName="/ppt/notesSlides/_rels/notesSlide52.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7.xml.rels" ContentType="application/vnd.openxmlformats-package.relationships+xml"/>
  <Override PartName="/ppt/notesSlides/_rels/notesSlide1.xml.rels" ContentType="application/vnd.openxmlformats-package.relationships+xml"/>
  <Override PartName="/ppt/notesSlides/_rels/notesSlide28.xml.rels" ContentType="application/vnd.openxmlformats-package.relationships+xml"/>
  <Override PartName="/ppt/notesSlides/_rels/notesSlide44.xml.rels" ContentType="application/vnd.openxmlformats-package.relationships+xml"/>
  <Override PartName="/ppt/notesSlides/_rels/notesSlide51.xml.rels" ContentType="application/vnd.openxmlformats-package.relationships+xml"/>
  <Override PartName="/ppt/notesSlides/_rels/notesSlide35.xml.rels" ContentType="application/vnd.openxmlformats-package.relationships+xml"/>
  <Override PartName="/ppt/notesSlides/_rels/notesSlide46.xml.rels" ContentType="application/vnd.openxmlformats-package.relationships+xml"/>
  <Override PartName="/ppt/notesSlides/_rels/notesSlide40.xml.rels" ContentType="application/vnd.openxmlformats-package.relationships+xml"/>
  <Override PartName="/ppt/notesSlides/_rels/notesSlide55.xml.rels" ContentType="application/vnd.openxmlformats-package.relationships+xml"/>
  <Override PartName="/ppt/notesSlides/_rels/notesSlide53.xml.rels" ContentType="application/vnd.openxmlformats-package.relationships+xml"/>
  <Override PartName="/ppt/notesSlides/_rels/notesSlide14.xml.rels" ContentType="application/vnd.openxmlformats-package.relationships+xml"/>
  <Override PartName="/ppt/notesSlides/_rels/notesSlide47.xml.rels" ContentType="application/vnd.openxmlformats-package.relationships+xml"/>
  <Override PartName="/ppt/notesSlides/_rels/notesSlide41.xml.rels" ContentType="application/vnd.openxmlformats-package.relationships+xml"/>
  <Override PartName="/ppt/notesSlides/_rels/notesSlide54.xml.rels" ContentType="application/vnd.openxmlformats-package.relationships+xml"/>
  <Override PartName="/ppt/notesSlides/_rels/notesSlide31.xml.rels" ContentType="application/vnd.openxmlformats-package.relationships+xml"/>
  <Override PartName="/ppt/notesSlides/_rels/notesSlide15.xml.rels" ContentType="application/vnd.openxmlformats-package.relationships+xml"/>
  <Override PartName="/ppt/notesSlides/_rels/notesSlide22.xml.rels" ContentType="application/vnd.openxmlformats-package.relationships+xml"/>
  <Override PartName="/ppt/notesSlides/_rels/notesSlide37.xml.rels" ContentType="application/vnd.openxmlformats-package.relationships+xml"/>
  <Override PartName="/ppt/notesSlides/notesSlide51.xml" ContentType="application/vnd.openxmlformats-officedocument.presentationml.notesSlide+xml"/>
  <Override PartName="/ppt/notesSlides/notesSlide14.xml" ContentType="application/vnd.openxmlformats-officedocument.presentationml.notesSlide+xml"/>
  <Override PartName="/ppt/notesSlides/notesSlide40.xml" ContentType="application/vnd.openxmlformats-officedocument.presentationml.notesSlide+xml"/>
  <Override PartName="/ppt/notesSlides/notesSlide38.xml" ContentType="application/vnd.openxmlformats-officedocument.presentationml.notesSlide+xml"/>
  <Override PartName="/ppt/notesSlides/notesSlide52.xml" ContentType="application/vnd.openxmlformats-officedocument.presentationml.notesSlide+xml"/>
  <Override PartName="/ppt/notesSlides/notesSlide15.xml" ContentType="application/vnd.openxmlformats-officedocument.presentationml.notesSlide+xml"/>
  <Override PartName="/ppt/notesSlides/notesSlide41.xml" ContentType="application/vnd.openxmlformats-officedocument.presentationml.notesSlide+xml"/>
  <Override PartName="/ppt/notesSlides/notesSlide39.xml" ContentType="application/vnd.openxmlformats-officedocument.presentationml.notesSlide+xml"/>
  <Override PartName="/ppt/notesSlides/notesSlide53.xml" ContentType="application/vnd.openxmlformats-officedocument.presentationml.notesSlide+xml"/>
  <Override PartName="/ppt/notesSlides/notesSlide42.xml" ContentType="application/vnd.openxmlformats-officedocument.presentationml.notesSlide+xml"/>
  <Override PartName="/ppt/notesSlides/notesSlide54.xml" ContentType="application/vnd.openxmlformats-officedocument.presentationml.notesSlide+xml"/>
  <Override PartName="/ppt/notesSlides/notesSlide17.xml" ContentType="application/vnd.openxmlformats-officedocument.presentationml.notesSlide+xml"/>
  <Override PartName="/ppt/notesSlides/notesSlide43.xml" ContentType="application/vnd.openxmlformats-officedocument.presentationml.notesSlide+xml"/>
  <Override PartName="/ppt/notesSlides/notesSlide55.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37.xml" ContentType="application/vnd.openxmlformats-officedocument.presentationml.notesSlide+xml"/>
  <Override PartName="/ppt/notesSlides/notesSlide6.xml" ContentType="application/vnd.openxmlformats-officedocument.presentationml.notesSlide+xml"/>
  <Override PartName="/ppt/notesSlides/notesSlide33.xml" ContentType="application/vnd.openxmlformats-officedocument.presentationml.notesSlide+xml"/>
  <Override PartName="/ppt/notesSlides/notesSlide9.xml" ContentType="application/vnd.openxmlformats-officedocument.presentationml.notesSlide+xml"/>
  <Override PartName="/ppt/notesSlides/notesSlide36.xml" ContentType="application/vnd.openxmlformats-officedocument.presentationml.notesSlide+xml"/>
  <Override PartName="/ppt/notesSlides/notesSlide5.xml" ContentType="application/vnd.openxmlformats-officedocument.presentationml.notesSlide+xml"/>
  <Override PartName="/ppt/notesSlides/notesSlide32.xml" ContentType="application/vnd.openxmlformats-officedocument.presentationml.notesSlide+xml"/>
  <Override PartName="/ppt/notesSlides/notesSlide8.xml" ContentType="application/vnd.openxmlformats-officedocument.presentationml.notesSlide+xml"/>
  <Override PartName="/ppt/notesSlides/notesSlide35.xml" ContentType="application/vnd.openxmlformats-officedocument.presentationml.notesSlide+xml"/>
  <Override PartName="/ppt/_rels/presentation.xml.rels" ContentType="application/vnd.openxmlformats-package.relationships+xml"/>
  <Override PartName="/ppt/media/image9.png" ContentType="image/png"/>
  <Override PartName="/ppt/media/image13.png" ContentType="image/png"/>
  <Override PartName="/ppt/media/image8.png" ContentType="image/png"/>
  <Override PartName="/ppt/media/image12.png" ContentType="image/png"/>
  <Override PartName="/ppt/media/image7.png" ContentType="image/png"/>
  <Override PartName="/ppt/media/image1.jpeg" ContentType="image/jpeg"/>
  <Override PartName="/ppt/media/image11.png" ContentType="image/png"/>
  <Override PartName="/ppt/media/image6.png" ContentType="image/png"/>
  <Override PartName="/ppt/media/image29.png" ContentType="image/png"/>
  <Override PartName="/ppt/media/image4.png" ContentType="image/png"/>
  <Override PartName="/ppt/media/image27.png" ContentType="image/png"/>
  <Override PartName="/ppt/media/image3.png" ContentType="image/png"/>
  <Override PartName="/ppt/media/image26.png" ContentType="image/png"/>
  <Override PartName="/ppt/media/image2.jpeg" ContentType="image/jpeg"/>
  <Override PartName="/ppt/media/image10.png" ContentType="image/png"/>
  <Override PartName="/ppt/media/image25.png" ContentType="image/png"/>
  <Override PartName="/ppt/media/image24.png" ContentType="image/png"/>
  <Override PartName="/ppt/media/image23.png" ContentType="image/png"/>
  <Override PartName="/ppt/media/image22.png" ContentType="image/png"/>
  <Override PartName="/ppt/media/image21.png" ContentType="image/png"/>
  <Override PartName="/ppt/media/image19.png" ContentType="image/png"/>
  <Override PartName="/ppt/media/image20.png" ContentType="image/png"/>
  <Override PartName="/ppt/media/image18.png" ContentType="image/png"/>
  <Override PartName="/ppt/media/image17.png" ContentType="image/png"/>
  <Override PartName="/ppt/media/image16.png" ContentType="image/png"/>
  <Override PartName="/ppt/media/image5.png" ContentType="image/png"/>
  <Override PartName="/ppt/media/image28.png" ContentType="image/png"/>
  <Override PartName="/ppt/media/image15.png" ContentType="image/png"/>
  <Override PartName="/ppt/media/image14.png" ContentType="image/png"/>
  <Override PartName="/ppt/slideLayouts/_rels/slideLayout52.xml.rels" ContentType="application/vnd.openxmlformats-package.relationships+xml"/>
  <Override PartName="/ppt/slideLayouts/_rels/slideLayout14.xml.rels" ContentType="application/vnd.openxmlformats-package.relationships+xml"/>
  <Override PartName="/ppt/slideLayouts/_rels/slideLayout30.xml.rels" ContentType="application/vnd.openxmlformats-package.relationships+xml"/>
  <Override PartName="/ppt/slideLayouts/_rels/slideLayout38.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31.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32.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2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41.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50.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2.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37.xml.rels" ContentType="application/vnd.openxmlformats-package.relationships+xml"/>
  <Override PartName="/ppt/slideLayouts/_rels/slideLayout44.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16.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8.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46.xml.rels" ContentType="application/vnd.openxmlformats-package.relationships+xml"/>
  <Override PartName="/ppt/slideLayouts/_rels/slideLayout53.xml.rels" ContentType="application/vnd.openxmlformats-package.relationships+xml"/>
  <Override PartName="/ppt/slideLayouts/slideLayout56.xml" ContentType="application/vnd.openxmlformats-officedocument.presentationml.slideLayout+xml"/>
  <Override PartName="/ppt/slideLayouts/slideLayout13.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29.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5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23.xml" ContentType="application/vnd.openxmlformats-officedocument.presentationml.slideLayout+xml"/>
  <Override PartName="/ppt/slideLayouts/slideLayout60.xml" ContentType="application/vnd.openxmlformats-officedocument.presentationml.slideLayout+xml"/>
  <Override PartName="/ppt/slideLayouts/slideLayout18.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slideLayouts/slideLayout6.xml" ContentType="application/vnd.openxmlformats-officedocument.presentationml.slideLayout+xml"/>
  <Override PartName="/ppt/slideLayouts/slideLayout44.xml" ContentType="application/vnd.openxmlformats-officedocument.presentationml.slideLayout+xml"/>
  <Override PartName="/ppt/slideLayouts/slideLayout7.xml" ContentType="application/vnd.openxmlformats-officedocument.presentationml.slideLayout+xml"/>
  <Override PartName="/ppt/slideLayouts/slideLayout45.xml" ContentType="application/vnd.openxmlformats-officedocument.presentationml.slideLayout+xml"/>
  <Override PartName="/ppt/slideLayouts/slideLayout8.xml" ContentType="application/vnd.openxmlformats-officedocument.presentationml.slideLayout+xml"/>
  <Override PartName="/ppt/slideLayouts/slideLayout46.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40.xml" ContentType="application/vnd.openxmlformats-officedocument.presentationml.slide+xml"/>
  <Override PartName="/ppt/slides/slide6.xml" ContentType="application/vnd.openxmlformats-officedocument.presentationml.slide+xml"/>
  <Override PartName="/ppt/slides/slide41.xml" ContentType="application/vnd.openxmlformats-officedocument.presentationml.slide+xml"/>
  <Override PartName="/ppt/slides/slide7.xml" ContentType="application/vnd.openxmlformats-officedocument.presentationml.slide+xml"/>
  <Override PartName="/ppt/slides/slide42.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39.xml" ContentType="application/vnd.openxmlformats-officedocument.presentationml.slide+xml"/>
  <Override PartName="/ppt/slides/slide50.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_rels/slide10.xml.rels" ContentType="application/vnd.openxmlformats-package.relationships+xml"/>
  <Override PartName="/ppt/slides/_rels/slide32.xml.rels" ContentType="application/vnd.openxmlformats-package.relationships+xml"/>
  <Override PartName="/ppt/slides/_rels/slide16.xml.rels" ContentType="application/vnd.openxmlformats-package.relationships+xml"/>
  <Override PartName="/ppt/slides/_rels/slide25.xml.rels" ContentType="application/vnd.openxmlformats-package.relationships+xml"/>
  <Override PartName="/ppt/slides/_rels/slide47.xml.rels" ContentType="application/vnd.openxmlformats-package.relationships+xml"/>
  <Override PartName="/ppt/slides/_rels/slide54.xml.rels" ContentType="application/vnd.openxmlformats-package.relationships+xml"/>
  <Override PartName="/ppt/slides/_rels/slide4.xml.rels" ContentType="application/vnd.openxmlformats-package.relationships+xml"/>
  <Override PartName="/ppt/slides/_rels/slide8.xml.rels" ContentType="application/vnd.openxmlformats-package.relationships+xml"/>
  <Override PartName="/ppt/slides/_rels/slide43.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1.xml.rels" ContentType="application/vnd.openxmlformats-package.relationships+xml"/>
  <Override PartName="/ppt/slides/_rels/slide27.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44.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8.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34.xml.rels" ContentType="application/vnd.openxmlformats-package.relationships+xml"/>
  <Override PartName="/ppt/slides/_rels/slide50.xml.rels" ContentType="application/vnd.openxmlformats-package.relationships+xml"/>
  <Override PartName="/ppt/slides/_rels/slide49.xml.rels" ContentType="application/vnd.openxmlformats-package.relationships+xml"/>
  <Override PartName="/ppt/slides/_rels/slide41.xml.rels" ContentType="application/vnd.openxmlformats-package.relationships+xml"/>
  <Override PartName="/ppt/slides/_rels/slide6.xml.rels" ContentType="application/vnd.openxmlformats-package.relationships+xml"/>
  <Override PartName="/ppt/slides/_rels/slide52.xml.rels" ContentType="application/vnd.openxmlformats-package.relationships+xml"/>
  <Override PartName="/ppt/slides/_rels/slide45.xml.rels" ContentType="application/vnd.openxmlformats-package.relationships+xml"/>
  <Override PartName="/ppt/slides/_rels/slide14.xml.rels" ContentType="application/vnd.openxmlformats-package.relationships+xml"/>
  <Override PartName="/ppt/slides/_rels/slide30.xml.rels" ContentType="application/vnd.openxmlformats-package.relationships+xml"/>
  <Override PartName="/ppt/slides/_rels/slide29.xml.rels" ContentType="application/vnd.openxmlformats-package.relationships+xml"/>
  <Override PartName="/ppt/slides/_rels/slide38.xml.rels" ContentType="application/vnd.openxmlformats-package.relationships+xml"/>
  <Override PartName="/ppt/slides/_rels/slide23.xml.rels" ContentType="application/vnd.openxmlformats-package.relationships+xml"/>
  <Override PartName="/ppt/slides/_rels/slide46.xml.rels" ContentType="application/vnd.openxmlformats-package.relationships+xml"/>
  <Override PartName="/ppt/slides/_rels/slide53.xml.rels" ContentType="application/vnd.openxmlformats-package.relationships+xml"/>
  <Override PartName="/ppt/slides/_rels/slide1.xml.rels" ContentType="application/vnd.openxmlformats-package.relationships+xml"/>
  <Override PartName="/ppt/slides/_rels/slide7.xml.rels" ContentType="application/vnd.openxmlformats-package.relationships+xml"/>
  <Override PartName="/ppt/slides/_rels/slide20.xml.rels" ContentType="application/vnd.openxmlformats-package.relationships+xml"/>
  <Override PartName="/ppt/slides/_rels/slide51.xml.rels" ContentType="application/vnd.openxmlformats-package.relationships+xml"/>
  <Override PartName="/ppt/slides/_rels/slide35.xml.rels" ContentType="application/vnd.openxmlformats-package.relationships+xml"/>
  <Override PartName="/ppt/slides/_rels/slide42.xml.rels" ContentType="application/vnd.openxmlformats-package.relationships+xml"/>
  <Override PartName="/ppt/slides/_rels/slide40.xml.rels" ContentType="application/vnd.openxmlformats-package.relationships+xml"/>
  <Override PartName="/ppt/slides/_rels/slide55.xml.rels" ContentType="application/vnd.openxmlformats-package.relationships+xml"/>
  <Override PartName="/ppt/slides/_rels/slide5.xml.rels" ContentType="application/vnd.openxmlformats-package.relationships+xml"/>
  <Override PartName="/ppt/slides/_rels/slide33.xml.rels" ContentType="application/vnd.openxmlformats-package.relationships+xml"/>
  <Override PartName="/ppt/slides/_rels/slide48.xml.rels" ContentType="application/vnd.openxmlformats-package.relationships+xml"/>
  <Override PartName="/ppt/slides/_rels/slide24.xml.rels" ContentType="application/vnd.openxmlformats-package.relationships+xml"/>
  <Override PartName="/ppt/slides/_rels/slide39.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slide30.xml" ContentType="application/vnd.openxmlformats-officedocument.presentationml.slide+xml"/>
  <Override PartName="/ppt/slides/slide49.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9144000" cy="51435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en-US" sz="2700" spc="-1" strike="noStrike">
                <a:solidFill>
                  <a:srgbClr val="000000"/>
                </a:solidFill>
                <a:latin typeface="Arial"/>
              </a:rPr>
              <a:t>Click to move the slide</a:t>
            </a:r>
            <a:endParaRPr b="0" lang="en-US" sz="2700" spc="-1" strike="noStrike">
              <a:solidFill>
                <a:srgbClr val="000000"/>
              </a:solidFill>
              <a:latin typeface="Arial"/>
            </a:endParaRPr>
          </a:p>
        </p:txBody>
      </p:sp>
      <p:sp>
        <p:nvSpPr>
          <p:cNvPr id="457" name="PlaceHolder 2"/>
          <p:cNvSpPr>
            <a:spLocks noGrp="1"/>
          </p:cNvSpPr>
          <p:nvPr>
            <p:ph type="body"/>
          </p:nvPr>
        </p:nvSpPr>
        <p:spPr>
          <a:xfrm>
            <a:off x="756000" y="5078520"/>
            <a:ext cx="6047640" cy="4811040"/>
          </a:xfrm>
          <a:prstGeom prst="rect">
            <a:avLst/>
          </a:prstGeom>
        </p:spPr>
        <p:txBody>
          <a:bodyPr lIns="0" rIns="0" tIns="0" bIns="0">
            <a:noAutofit/>
          </a:bodyPr>
          <a:p>
            <a:r>
              <a:rPr b="0" lang="en-GB" sz="2000" spc="-1" strike="noStrike">
                <a:latin typeface="Arial"/>
              </a:rPr>
              <a:t>Click to edit the notes' format</a:t>
            </a:r>
            <a:endParaRPr b="0" lang="en-GB" sz="2000" spc="-1" strike="noStrike">
              <a:latin typeface="Arial"/>
            </a:endParaRPr>
          </a:p>
        </p:txBody>
      </p:sp>
      <p:sp>
        <p:nvSpPr>
          <p:cNvPr id="458" name="PlaceHolder 3"/>
          <p:cNvSpPr>
            <a:spLocks noGrp="1"/>
          </p:cNvSpPr>
          <p:nvPr>
            <p:ph type="hdr"/>
          </p:nvPr>
        </p:nvSpPr>
        <p:spPr>
          <a:xfrm>
            <a:off x="0" y="0"/>
            <a:ext cx="3280680" cy="534240"/>
          </a:xfrm>
          <a:prstGeom prst="rect">
            <a:avLst/>
          </a:prstGeom>
        </p:spPr>
        <p:txBody>
          <a:bodyPr lIns="0" rIns="0" tIns="0" bIns="0">
            <a:noAutofit/>
          </a:bodyPr>
          <a:p>
            <a:r>
              <a:rPr b="0" lang="en-GB" sz="1400" spc="-1" strike="noStrike">
                <a:latin typeface="Times New Roman"/>
              </a:rPr>
              <a:t>&lt;header&gt;</a:t>
            </a:r>
            <a:endParaRPr b="0" lang="en-GB" sz="1400" spc="-1" strike="noStrike">
              <a:latin typeface="Times New Roman"/>
            </a:endParaRPr>
          </a:p>
        </p:txBody>
      </p:sp>
      <p:sp>
        <p:nvSpPr>
          <p:cNvPr id="459" name="PlaceHolder 4"/>
          <p:cNvSpPr>
            <a:spLocks noGrp="1"/>
          </p:cNvSpPr>
          <p:nvPr>
            <p:ph type="dt"/>
          </p:nvPr>
        </p:nvSpPr>
        <p:spPr>
          <a:xfrm>
            <a:off x="4278960" y="0"/>
            <a:ext cx="3280680" cy="534240"/>
          </a:xfrm>
          <a:prstGeom prst="rect">
            <a:avLst/>
          </a:prstGeom>
        </p:spPr>
        <p:txBody>
          <a:bodyPr lIns="0" rIns="0" tIns="0" bIns="0">
            <a:noAutofit/>
          </a:bodyPr>
          <a:p>
            <a:pPr algn="r"/>
            <a:r>
              <a:rPr b="0" lang="en-GB" sz="1400" spc="-1" strike="noStrike">
                <a:latin typeface="Times New Roman"/>
              </a:rPr>
              <a:t>&lt;date/time&gt;</a:t>
            </a:r>
            <a:endParaRPr b="0" lang="en-GB" sz="1400" spc="-1" strike="noStrike">
              <a:latin typeface="Times New Roman"/>
            </a:endParaRPr>
          </a:p>
        </p:txBody>
      </p:sp>
      <p:sp>
        <p:nvSpPr>
          <p:cNvPr id="460" name="PlaceHolder 5"/>
          <p:cNvSpPr>
            <a:spLocks noGrp="1"/>
          </p:cNvSpPr>
          <p:nvPr>
            <p:ph type="ftr"/>
          </p:nvPr>
        </p:nvSpPr>
        <p:spPr>
          <a:xfrm>
            <a:off x="0" y="10157400"/>
            <a:ext cx="3280680" cy="534240"/>
          </a:xfrm>
          <a:prstGeom prst="rect">
            <a:avLst/>
          </a:prstGeom>
        </p:spPr>
        <p:txBody>
          <a:bodyPr lIns="0" rIns="0" tIns="0" bIns="0" anchor="b">
            <a:noAutofit/>
          </a:bodyPr>
          <a:p>
            <a:r>
              <a:rPr b="0" lang="en-GB" sz="1400" spc="-1" strike="noStrike">
                <a:latin typeface="Times New Roman"/>
              </a:rPr>
              <a:t>&lt;footer&gt;</a:t>
            </a:r>
            <a:endParaRPr b="0" lang="en-GB" sz="1400" spc="-1" strike="noStrike">
              <a:latin typeface="Times New Roman"/>
            </a:endParaRPr>
          </a:p>
        </p:txBody>
      </p:sp>
      <p:sp>
        <p:nvSpPr>
          <p:cNvPr id="461"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58EC6CC0-EB8A-495B-A0FE-00BAA07CC160}" type="slidenum">
              <a:rPr b="0" lang="en-GB" sz="1400" spc="-1" strike="noStrike">
                <a:latin typeface="Times New Roman"/>
              </a:rPr>
              <a:t>&lt;number&gt;</a:t>
            </a:fld>
            <a:endParaRPr b="0" lang="en-GB"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1"/>
          <p:cNvSpPr>
            <a:spLocks noGrp="1"/>
          </p:cNvSpPr>
          <p:nvPr>
            <p:ph type="sldImg"/>
          </p:nvPr>
        </p:nvSpPr>
        <p:spPr>
          <a:xfrm>
            <a:off x="380880" y="685800"/>
            <a:ext cx="6095520" cy="3428640"/>
          </a:xfrm>
          <a:prstGeom prst="rect">
            <a:avLst/>
          </a:prstGeom>
        </p:spPr>
      </p:sp>
      <p:sp>
        <p:nvSpPr>
          <p:cNvPr id="598" name="PlaceHolder 2"/>
          <p:cNvSpPr>
            <a:spLocks noGrp="1"/>
          </p:cNvSpPr>
          <p:nvPr>
            <p:ph type="body"/>
          </p:nvPr>
        </p:nvSpPr>
        <p:spPr>
          <a:xfrm>
            <a:off x="685800" y="4343400"/>
            <a:ext cx="5486040" cy="4114440"/>
          </a:xfrm>
          <a:prstGeom prst="rect">
            <a:avLst/>
          </a:prstGeom>
        </p:spPr>
        <p:txBody>
          <a:bodyPr>
            <a:noAutofit/>
          </a:bodyPr>
          <a:p>
            <a:endParaRPr b="0" lang="en-GB" sz="2000" spc="-1" strike="noStrike">
              <a:latin typeface="Arial"/>
            </a:endParaRPr>
          </a:p>
        </p:txBody>
      </p:sp>
      <p:sp>
        <p:nvSpPr>
          <p:cNvPr id="599"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A6B9AD3C-E004-4DBC-9108-3D942FBA2399}" type="slidenum">
              <a:rPr b="0" lang="en-US" sz="1200" spc="-1" strike="noStrike">
                <a:solidFill>
                  <a:srgbClr val="000000"/>
                </a:solidFill>
                <a:latin typeface="Arial"/>
                <a:ea typeface="ＭＳ Ｐゴシック"/>
              </a:rPr>
              <a:t>54</a:t>
            </a:fld>
            <a:endParaRPr b="0" lang="en-GB"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sldImg"/>
          </p:nvPr>
        </p:nvSpPr>
        <p:spPr>
          <a:xfrm>
            <a:off x="380880" y="685800"/>
            <a:ext cx="6095520" cy="3428640"/>
          </a:xfrm>
          <a:prstGeom prst="rect">
            <a:avLst/>
          </a:prstGeom>
        </p:spPr>
      </p:sp>
      <p:sp>
        <p:nvSpPr>
          <p:cNvPr id="601" name="PlaceHolder 2"/>
          <p:cNvSpPr>
            <a:spLocks noGrp="1"/>
          </p:cNvSpPr>
          <p:nvPr>
            <p:ph type="body"/>
          </p:nvPr>
        </p:nvSpPr>
        <p:spPr>
          <a:xfrm>
            <a:off x="685800" y="4343400"/>
            <a:ext cx="5486040" cy="4114440"/>
          </a:xfrm>
          <a:prstGeom prst="rect">
            <a:avLst/>
          </a:prstGeom>
        </p:spPr>
        <p:txBody>
          <a:bodyPr>
            <a:noAutofit/>
          </a:bodyPr>
          <a:p>
            <a:endParaRPr b="0" lang="en-GB" sz="2000" spc="-1" strike="noStrike">
              <a:latin typeface="Arial"/>
            </a:endParaRPr>
          </a:p>
        </p:txBody>
      </p:sp>
      <p:sp>
        <p:nvSpPr>
          <p:cNvPr id="602"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C02BA823-4A2E-41DF-A132-76033110DF36}" type="slidenum">
              <a:rPr b="0" lang="en-US" sz="1200" spc="-1" strike="noStrike">
                <a:solidFill>
                  <a:srgbClr val="000000"/>
                </a:solidFill>
                <a:latin typeface="Arial"/>
                <a:ea typeface="ＭＳ Ｐゴシック"/>
              </a:rPr>
              <a:t>54</a:t>
            </a:fld>
            <a:endParaRPr b="0" lang="en-GB"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CustomShape 1"/>
          <p:cNvSpPr/>
          <p:nvPr/>
        </p:nvSpPr>
        <p:spPr>
          <a:xfrm>
            <a:off x="5929200" y="8680320"/>
            <a:ext cx="812520" cy="286920"/>
          </a:xfrm>
          <a:prstGeom prst="rect">
            <a:avLst/>
          </a:prstGeom>
          <a:noFill/>
          <a:ln w="0">
            <a:noFill/>
          </a:ln>
        </p:spPr>
        <p:style>
          <a:lnRef idx="0"/>
          <a:fillRef idx="0"/>
          <a:effectRef idx="0"/>
          <a:fontRef idx="minor"/>
        </p:style>
        <p:txBody>
          <a:bodyPr lIns="18720" rIns="18720" tIns="0" bIns="0" anchor="b">
            <a:noAutofit/>
          </a:bodyPr>
          <a:p>
            <a:pPr algn="r">
              <a:lnSpc>
                <a:spcPct val="100000"/>
              </a:lnSpc>
            </a:pPr>
            <a:fld id="{A14A9BF9-DB5A-4FB3-BAC1-85FA18EB38DA}" type="slidenum">
              <a:rPr b="0" lang="en-US" sz="800" spc="-1" strike="noStrike">
                <a:solidFill>
                  <a:srgbClr val="000000"/>
                </a:solidFill>
                <a:latin typeface="Arial"/>
                <a:ea typeface="ＭＳ Ｐゴシック"/>
              </a:rPr>
              <a:t>54</a:t>
            </a:fld>
            <a:endParaRPr b="0" lang="en-GB" sz="800" spc="-1" strike="noStrike">
              <a:latin typeface="Arial"/>
            </a:endParaRPr>
          </a:p>
        </p:txBody>
      </p:sp>
      <p:sp>
        <p:nvSpPr>
          <p:cNvPr id="604" name="PlaceHolder 2"/>
          <p:cNvSpPr>
            <a:spLocks noGrp="1"/>
          </p:cNvSpPr>
          <p:nvPr>
            <p:ph type="sldImg"/>
          </p:nvPr>
        </p:nvSpPr>
        <p:spPr>
          <a:xfrm>
            <a:off x="380880" y="685800"/>
            <a:ext cx="6095520" cy="3428640"/>
          </a:xfrm>
          <a:prstGeom prst="rect">
            <a:avLst/>
          </a:prstGeom>
        </p:spPr>
      </p:sp>
      <p:sp>
        <p:nvSpPr>
          <p:cNvPr id="605" name="PlaceHolder 3"/>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GB" sz="2000" spc="-1" strike="noStrike">
                <a:latin typeface="Arial"/>
              </a:rPr>
              <a:t>14- Transport Layer</a:t>
            </a:r>
            <a:endParaRPr b="0" lang="en-GB" sz="2000" spc="-1" strike="noStrike">
              <a:latin typeface="Arial"/>
            </a:endParaRPr>
          </a:p>
          <a:p>
            <a:pPr marL="216000" indent="-216000">
              <a:lnSpc>
                <a:spcPct val="100000"/>
              </a:lnSpc>
            </a:pPr>
            <a:r>
              <a:rPr b="0" lang="en-GB" sz="2000" spc="-1" strike="noStrike">
                <a:latin typeface="Arial"/>
              </a:rPr>
              <a:t>14.0.2 – What will I learn to do in this module?</a:t>
            </a:r>
            <a:endParaRPr b="0" lang="en-GB" sz="2000" spc="-1" strike="noStrike">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sldImg"/>
          </p:nvPr>
        </p:nvSpPr>
        <p:spPr>
          <a:xfrm>
            <a:off x="380880" y="685800"/>
            <a:ext cx="6095520" cy="3428640"/>
          </a:xfrm>
          <a:prstGeom prst="rect">
            <a:avLst/>
          </a:prstGeom>
        </p:spPr>
      </p:sp>
      <p:sp>
        <p:nvSpPr>
          <p:cNvPr id="607"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–Transport Layer</a:t>
            </a:r>
            <a:endParaRPr b="0" lang="en-GB" sz="2000" spc="-1" strike="noStrike">
              <a:latin typeface="Arial"/>
            </a:endParaRPr>
          </a:p>
          <a:p>
            <a:pPr marL="216000" indent="-216000">
              <a:lnSpc>
                <a:spcPct val="100000"/>
              </a:lnSpc>
            </a:pPr>
            <a:r>
              <a:rPr b="0" lang="en-US" sz="2000" spc="-1" strike="noStrike">
                <a:latin typeface="Arial"/>
              </a:rPr>
              <a:t>14.1 - Transportation of Data</a:t>
            </a:r>
            <a:endParaRPr b="0" lang="en-GB" sz="2000" spc="-1" strike="noStrike">
              <a:latin typeface="Arial"/>
            </a:endParaRPr>
          </a:p>
        </p:txBody>
      </p:sp>
      <p:sp>
        <p:nvSpPr>
          <p:cNvPr id="608"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0BEF5CC0-D1CF-42F7-9B0A-8D461062462B}" type="slidenum">
              <a:rPr b="0" lang="en-US" sz="1200" spc="-1" strike="noStrike">
                <a:solidFill>
                  <a:srgbClr val="000000"/>
                </a:solidFill>
                <a:latin typeface="Arial"/>
                <a:ea typeface="ＭＳ Ｐゴシック"/>
              </a:rPr>
              <a:t>54</a:t>
            </a:fld>
            <a:endParaRPr b="0" lang="en-GB"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PlaceHolder 1"/>
          <p:cNvSpPr>
            <a:spLocks noGrp="1"/>
          </p:cNvSpPr>
          <p:nvPr>
            <p:ph type="sldImg"/>
          </p:nvPr>
        </p:nvSpPr>
        <p:spPr>
          <a:xfrm>
            <a:off x="380880" y="685800"/>
            <a:ext cx="6095520" cy="3428640"/>
          </a:xfrm>
          <a:prstGeom prst="rect">
            <a:avLst/>
          </a:prstGeom>
        </p:spPr>
      </p:sp>
      <p:sp>
        <p:nvSpPr>
          <p:cNvPr id="610"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–Transport Layer</a:t>
            </a:r>
            <a:endParaRPr b="0" lang="en-GB" sz="2000" spc="-1" strike="noStrike">
              <a:latin typeface="Arial"/>
            </a:endParaRPr>
          </a:p>
          <a:p>
            <a:pPr marL="216000" indent="-216000">
              <a:lnSpc>
                <a:spcPct val="100000"/>
              </a:lnSpc>
            </a:pPr>
            <a:r>
              <a:rPr b="0" lang="en-US" sz="2000" spc="-1" strike="noStrike">
                <a:latin typeface="Arial"/>
              </a:rPr>
              <a:t>14.1 - Transportation of Data</a:t>
            </a:r>
            <a:endParaRPr b="0" lang="en-GB" sz="2000" spc="-1" strike="noStrike">
              <a:latin typeface="Arial"/>
            </a:endParaRPr>
          </a:p>
          <a:p>
            <a:pPr marL="216000" indent="-216000">
              <a:lnSpc>
                <a:spcPct val="100000"/>
              </a:lnSpc>
            </a:pPr>
            <a:r>
              <a:rPr b="0" lang="en-US" sz="2000" spc="-1" strike="noStrike">
                <a:latin typeface="Arial"/>
              </a:rPr>
              <a:t>14.1.1 – Role of the Transport Layer</a:t>
            </a:r>
            <a:endParaRPr b="0" lang="en-GB" sz="2000" spc="-1" strike="noStrike">
              <a:latin typeface="Arial"/>
            </a:endParaRPr>
          </a:p>
          <a:p>
            <a:pPr marL="216000" indent="-216000">
              <a:lnSpc>
                <a:spcPct val="100000"/>
              </a:lnSpc>
            </a:pPr>
            <a:endParaRPr b="0" lang="en-GB" sz="2000" spc="-1" strike="noStrike">
              <a:latin typeface="Arial"/>
            </a:endParaRPr>
          </a:p>
        </p:txBody>
      </p:sp>
      <p:sp>
        <p:nvSpPr>
          <p:cNvPr id="611"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418D07E6-9B89-4B38-B131-17513BE0BFD3}" type="slidenum">
              <a:rPr b="0" lang="en-US" sz="1200" spc="-1" strike="noStrike">
                <a:latin typeface="Times New Roman"/>
              </a:rPr>
              <a:t>54</a:t>
            </a:fld>
            <a:endParaRPr b="0" lang="en-GB"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PlaceHolder 1"/>
          <p:cNvSpPr>
            <a:spLocks noGrp="1"/>
          </p:cNvSpPr>
          <p:nvPr>
            <p:ph type="sldImg"/>
          </p:nvPr>
        </p:nvSpPr>
        <p:spPr>
          <a:xfrm>
            <a:off x="380880" y="685800"/>
            <a:ext cx="6095520" cy="3428640"/>
          </a:xfrm>
          <a:prstGeom prst="rect">
            <a:avLst/>
          </a:prstGeom>
        </p:spPr>
      </p:sp>
      <p:sp>
        <p:nvSpPr>
          <p:cNvPr id="613"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–Transport Layer</a:t>
            </a:r>
            <a:endParaRPr b="0" lang="en-GB" sz="2000" spc="-1" strike="noStrike">
              <a:latin typeface="Arial"/>
            </a:endParaRPr>
          </a:p>
          <a:p>
            <a:pPr marL="216000" indent="-216000">
              <a:lnSpc>
                <a:spcPct val="100000"/>
              </a:lnSpc>
            </a:pPr>
            <a:r>
              <a:rPr b="0" lang="en-US" sz="2000" spc="-1" strike="noStrike">
                <a:latin typeface="Arial"/>
              </a:rPr>
              <a:t>14.1 - Transportation of Data</a:t>
            </a:r>
            <a:endParaRPr b="0" lang="en-GB" sz="2000" spc="-1" strike="noStrike">
              <a:latin typeface="Arial"/>
            </a:endParaRPr>
          </a:p>
          <a:p>
            <a:pPr marL="216000" indent="-216000">
              <a:lnSpc>
                <a:spcPct val="100000"/>
              </a:lnSpc>
            </a:pPr>
            <a:r>
              <a:rPr b="0" lang="en-US" sz="2000" spc="-1" strike="noStrike">
                <a:latin typeface="Arial"/>
              </a:rPr>
              <a:t>14.1.2 – Transport Layer Responsibilities</a:t>
            </a:r>
            <a:endParaRPr b="0" lang="en-GB" sz="2000" spc="-1" strike="noStrike">
              <a:latin typeface="Arial"/>
            </a:endParaRPr>
          </a:p>
        </p:txBody>
      </p:sp>
      <p:sp>
        <p:nvSpPr>
          <p:cNvPr id="614"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02967BA3-4640-4774-8127-4E39F9418919}" type="slidenum">
              <a:rPr b="0" lang="en-US" sz="1200" spc="-1" strike="noStrike">
                <a:latin typeface="Times New Roman"/>
              </a:rPr>
              <a:t>54</a:t>
            </a:fld>
            <a:endParaRPr b="0" lang="en-GB"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PlaceHolder 1"/>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–Transport Layer</a:t>
            </a:r>
            <a:endParaRPr b="0" lang="en-GB" sz="2000" spc="-1" strike="noStrike">
              <a:latin typeface="Arial"/>
            </a:endParaRPr>
          </a:p>
          <a:p>
            <a:pPr marL="216000" indent="-216000">
              <a:lnSpc>
                <a:spcPct val="100000"/>
              </a:lnSpc>
            </a:pPr>
            <a:r>
              <a:rPr b="0" lang="en-US" sz="2000" spc="-1" strike="noStrike">
                <a:latin typeface="Arial"/>
              </a:rPr>
              <a:t>14.1 - Transportation of Data</a:t>
            </a:r>
            <a:endParaRPr b="0" lang="en-GB" sz="2000" spc="-1" strike="noStrike">
              <a:latin typeface="Arial"/>
            </a:endParaRPr>
          </a:p>
          <a:p>
            <a:pPr marL="216000" indent="-216000">
              <a:lnSpc>
                <a:spcPct val="100000"/>
              </a:lnSpc>
            </a:pPr>
            <a:r>
              <a:rPr b="0" lang="en-US" sz="2000" spc="-1" strike="noStrike">
                <a:latin typeface="Arial"/>
              </a:rPr>
              <a:t>14.1.3 – Transport Layer Protocols</a:t>
            </a:r>
            <a:endParaRPr b="0" lang="en-GB" sz="2000" spc="-1" strike="noStrike">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PlaceHolder 1"/>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–Transport Layer</a:t>
            </a:r>
            <a:endParaRPr b="0" lang="en-GB" sz="2000" spc="-1" strike="noStrike">
              <a:latin typeface="Arial"/>
            </a:endParaRPr>
          </a:p>
          <a:p>
            <a:pPr marL="216000" indent="-216000">
              <a:lnSpc>
                <a:spcPct val="100000"/>
              </a:lnSpc>
            </a:pPr>
            <a:r>
              <a:rPr b="0" lang="en-US" sz="2000" spc="-1" strike="noStrike">
                <a:latin typeface="Arial"/>
              </a:rPr>
              <a:t>14.1 - Transportation of Data</a:t>
            </a:r>
            <a:endParaRPr b="0" lang="en-GB" sz="2000" spc="-1" strike="noStrike">
              <a:latin typeface="Arial"/>
            </a:endParaRPr>
          </a:p>
          <a:p>
            <a:pPr marL="216000" indent="-216000">
              <a:lnSpc>
                <a:spcPct val="100000"/>
              </a:lnSpc>
            </a:pPr>
            <a:r>
              <a:rPr b="0" lang="en-US" sz="2000" spc="-1" strike="noStrike">
                <a:latin typeface="Arial"/>
              </a:rPr>
              <a:t>14.1.4 – Transmission Control Protocol (TCP)</a:t>
            </a:r>
            <a:endParaRPr b="0" lang="en-GB" sz="2000" spc="-1" strike="noStrike">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–Transport Layer</a:t>
            </a:r>
            <a:endParaRPr b="0" lang="en-GB" sz="2000" spc="-1" strike="noStrike">
              <a:latin typeface="Arial"/>
            </a:endParaRPr>
          </a:p>
          <a:p>
            <a:pPr marL="216000" indent="-216000">
              <a:lnSpc>
                <a:spcPct val="100000"/>
              </a:lnSpc>
            </a:pPr>
            <a:r>
              <a:rPr b="0" lang="en-US" sz="2000" spc="-1" strike="noStrike">
                <a:latin typeface="Arial"/>
              </a:rPr>
              <a:t>14.1 - Transportation of Data</a:t>
            </a:r>
            <a:endParaRPr b="0" lang="en-GB" sz="2000" spc="-1" strike="noStrike">
              <a:latin typeface="Arial"/>
            </a:endParaRPr>
          </a:p>
          <a:p>
            <a:pPr marL="216000" indent="-216000">
              <a:lnSpc>
                <a:spcPct val="100000"/>
              </a:lnSpc>
            </a:pPr>
            <a:r>
              <a:rPr b="0" lang="en-US" sz="2000" spc="-1" strike="noStrike">
                <a:latin typeface="Arial"/>
              </a:rPr>
              <a:t>14.1.5 – User Datagram Protocol (UDP)</a:t>
            </a:r>
            <a:endParaRPr b="0" lang="en-GB" sz="2000" spc="-1" strike="noStrike">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PlaceHolder 1"/>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–Transport Layer</a:t>
            </a:r>
            <a:endParaRPr b="0" lang="en-GB" sz="2000" spc="-1" strike="noStrike">
              <a:latin typeface="Arial"/>
            </a:endParaRPr>
          </a:p>
          <a:p>
            <a:pPr marL="216000" indent="-216000">
              <a:lnSpc>
                <a:spcPct val="100000"/>
              </a:lnSpc>
            </a:pPr>
            <a:r>
              <a:rPr b="0" lang="en-US" sz="2000" spc="-1" strike="noStrike">
                <a:latin typeface="Arial"/>
              </a:rPr>
              <a:t>14.1 - Transportation of Data</a:t>
            </a:r>
            <a:endParaRPr b="0" lang="en-GB" sz="2000" spc="-1" strike="noStrike">
              <a:latin typeface="Arial"/>
            </a:endParaRPr>
          </a:p>
          <a:p>
            <a:pPr marL="216000" indent="-216000">
              <a:lnSpc>
                <a:spcPct val="100000"/>
              </a:lnSpc>
            </a:pPr>
            <a:r>
              <a:rPr b="0" lang="en-US" sz="2000" spc="-1" strike="noStrike">
                <a:latin typeface="Arial"/>
              </a:rPr>
              <a:t>14.1.6 – The Right Transport Layer Protocol for the Right Application</a:t>
            </a:r>
            <a:endParaRPr b="0" lang="en-GB" sz="2000" spc="-1" strike="noStrike">
              <a:latin typeface="Arial"/>
            </a:endParaRPr>
          </a:p>
          <a:p>
            <a:pPr marL="216000" indent="-216000">
              <a:lnSpc>
                <a:spcPct val="100000"/>
              </a:lnSpc>
            </a:pPr>
            <a:r>
              <a:rPr b="0" lang="en-US" sz="2000" spc="-1" strike="noStrike">
                <a:latin typeface="Arial"/>
              </a:rPr>
              <a:t>14.1.7 – Check your Understanding- Transportation of Data</a:t>
            </a:r>
            <a:endParaRPr b="0" lang="en-GB" sz="2000" spc="-1" strike="noStrike">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PlaceHolder 1"/>
          <p:cNvSpPr>
            <a:spLocks noGrp="1"/>
          </p:cNvSpPr>
          <p:nvPr>
            <p:ph type="sldImg"/>
          </p:nvPr>
        </p:nvSpPr>
        <p:spPr>
          <a:xfrm>
            <a:off x="380880" y="685800"/>
            <a:ext cx="6095520" cy="3428640"/>
          </a:xfrm>
          <a:prstGeom prst="rect">
            <a:avLst/>
          </a:prstGeom>
        </p:spPr>
      </p:sp>
      <p:sp>
        <p:nvSpPr>
          <p:cNvPr id="620"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14.2 – TCP Overview</a:t>
            </a:r>
            <a:endParaRPr b="0" lang="en-GB" sz="2000" spc="-1" strike="noStrike">
              <a:latin typeface="Arial"/>
            </a:endParaRPr>
          </a:p>
        </p:txBody>
      </p:sp>
      <p:sp>
        <p:nvSpPr>
          <p:cNvPr id="621"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E0BCC2EF-FA9C-460B-8724-47CEFFF76E4E}" type="slidenum">
              <a:rPr b="0" lang="en-US" sz="1200" spc="-1" strike="noStrike">
                <a:solidFill>
                  <a:srgbClr val="000000"/>
                </a:solidFill>
                <a:latin typeface="Arial"/>
                <a:ea typeface="ＭＳ Ｐゴシック"/>
              </a:rPr>
              <a:t>54</a:t>
            </a:fld>
            <a:endParaRPr b="0" lang="en-GB"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sldImg"/>
          </p:nvPr>
        </p:nvSpPr>
        <p:spPr>
          <a:xfrm>
            <a:off x="380880" y="685800"/>
            <a:ext cx="6095520" cy="3428640"/>
          </a:xfrm>
          <a:prstGeom prst="rect">
            <a:avLst/>
          </a:prstGeom>
        </p:spPr>
      </p:sp>
      <p:sp>
        <p:nvSpPr>
          <p:cNvPr id="623"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14.2 – TCP Overview</a:t>
            </a:r>
            <a:endParaRPr b="0" lang="en-GB" sz="2000" spc="-1" strike="noStrike">
              <a:latin typeface="Arial"/>
            </a:endParaRPr>
          </a:p>
          <a:p>
            <a:pPr marL="216000" indent="-216000">
              <a:lnSpc>
                <a:spcPct val="100000"/>
              </a:lnSpc>
            </a:pPr>
            <a:r>
              <a:rPr b="0" lang="en-US" sz="2000" spc="-1" strike="noStrike">
                <a:latin typeface="Arial"/>
              </a:rPr>
              <a:t>14.2.1 – TCP Features</a:t>
            </a:r>
            <a:endParaRPr b="0" lang="en-GB" sz="2000" spc="-1" strike="noStrike">
              <a:latin typeface="Arial"/>
            </a:endParaRPr>
          </a:p>
        </p:txBody>
      </p:sp>
      <p:sp>
        <p:nvSpPr>
          <p:cNvPr id="624"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884CCE92-CC44-4FE4-A25E-971552CFD749}" type="slidenum">
              <a:rPr b="0" lang="en-US" sz="1200" spc="-1" strike="noStrike">
                <a:latin typeface="Times New Roman"/>
              </a:rPr>
              <a:t>54</a:t>
            </a:fld>
            <a:endParaRPr b="0" lang="en-GB"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sldImg"/>
          </p:nvPr>
        </p:nvSpPr>
        <p:spPr>
          <a:xfrm>
            <a:off x="380880" y="685800"/>
            <a:ext cx="6095520" cy="3428640"/>
          </a:xfrm>
          <a:prstGeom prst="rect">
            <a:avLst/>
          </a:prstGeom>
        </p:spPr>
      </p:sp>
      <p:sp>
        <p:nvSpPr>
          <p:cNvPr id="626"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14.2 – TCP Overview</a:t>
            </a:r>
            <a:endParaRPr b="0" lang="en-GB" sz="2000" spc="-1" strike="noStrike">
              <a:latin typeface="Arial"/>
            </a:endParaRPr>
          </a:p>
          <a:p>
            <a:pPr marL="216000" indent="-216000">
              <a:lnSpc>
                <a:spcPct val="100000"/>
              </a:lnSpc>
            </a:pPr>
            <a:r>
              <a:rPr b="0" lang="en-US" sz="2000" spc="-1" strike="noStrike">
                <a:latin typeface="Arial"/>
              </a:rPr>
              <a:t>14.2.2 – TCP Header</a:t>
            </a:r>
            <a:endParaRPr b="0" lang="en-GB" sz="2000" spc="-1" strike="noStrike">
              <a:latin typeface="Arial"/>
            </a:endParaRPr>
          </a:p>
        </p:txBody>
      </p:sp>
      <p:sp>
        <p:nvSpPr>
          <p:cNvPr id="627"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4CD77074-46B4-44BD-84D4-8CCD69C0D60C}" type="slidenum">
              <a:rPr b="0" lang="en-US" sz="1200" spc="-1" strike="noStrike">
                <a:latin typeface="Times New Roman"/>
              </a:rPr>
              <a:t>54</a:t>
            </a:fld>
            <a:endParaRPr b="0" lang="en-GB"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PlaceHolder 1"/>
          <p:cNvSpPr>
            <a:spLocks noGrp="1"/>
          </p:cNvSpPr>
          <p:nvPr>
            <p:ph type="sldImg"/>
          </p:nvPr>
        </p:nvSpPr>
        <p:spPr>
          <a:xfrm>
            <a:off x="380880" y="685800"/>
            <a:ext cx="6095520" cy="3428640"/>
          </a:xfrm>
          <a:prstGeom prst="rect">
            <a:avLst/>
          </a:prstGeom>
        </p:spPr>
      </p:sp>
      <p:sp>
        <p:nvSpPr>
          <p:cNvPr id="629"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14.2 – TCP Overview</a:t>
            </a:r>
            <a:endParaRPr b="0" lang="en-GB" sz="2000" spc="-1" strike="noStrike">
              <a:latin typeface="Arial"/>
            </a:endParaRPr>
          </a:p>
          <a:p>
            <a:pPr marL="216000" indent="-216000">
              <a:lnSpc>
                <a:spcPct val="100000"/>
              </a:lnSpc>
            </a:pPr>
            <a:r>
              <a:rPr b="0" lang="en-US" sz="2000" spc="-1" strike="noStrike">
                <a:latin typeface="Arial"/>
              </a:rPr>
              <a:t>14.2.3 – TCP Header</a:t>
            </a:r>
            <a:endParaRPr b="0" lang="en-GB" sz="2000" spc="-1" strike="noStrike">
              <a:latin typeface="Arial"/>
            </a:endParaRPr>
          </a:p>
          <a:p>
            <a:pPr marL="216000" indent="-216000">
              <a:lnSpc>
                <a:spcPct val="100000"/>
              </a:lnSpc>
            </a:pPr>
            <a:endParaRPr b="0" lang="en-GB" sz="2000" spc="-1" strike="noStrike">
              <a:latin typeface="Arial"/>
            </a:endParaRPr>
          </a:p>
        </p:txBody>
      </p:sp>
      <p:sp>
        <p:nvSpPr>
          <p:cNvPr id="630"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5ABB5649-5240-49C7-9CEF-66D8AF9F215F}" type="slidenum">
              <a:rPr b="0" lang="en-US" sz="1200" spc="-1" strike="noStrike">
                <a:latin typeface="Times New Roman"/>
              </a:rPr>
              <a:t>54</a:t>
            </a:fld>
            <a:endParaRPr b="0" lang="en-GB"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PlaceHolder 1"/>
          <p:cNvSpPr>
            <a:spLocks noGrp="1"/>
          </p:cNvSpPr>
          <p:nvPr>
            <p:ph type="sldImg"/>
          </p:nvPr>
        </p:nvSpPr>
        <p:spPr>
          <a:xfrm>
            <a:off x="380880" y="685800"/>
            <a:ext cx="6095520" cy="3428640"/>
          </a:xfrm>
          <a:prstGeom prst="rect">
            <a:avLst/>
          </a:prstGeom>
        </p:spPr>
      </p:sp>
      <p:sp>
        <p:nvSpPr>
          <p:cNvPr id="632"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14.2 – TCP Overview</a:t>
            </a:r>
            <a:endParaRPr b="0" lang="en-GB" sz="2000" spc="-1" strike="noStrike">
              <a:latin typeface="Arial"/>
            </a:endParaRPr>
          </a:p>
          <a:p>
            <a:pPr marL="216000" indent="-216000">
              <a:lnSpc>
                <a:spcPct val="100000"/>
              </a:lnSpc>
            </a:pPr>
            <a:r>
              <a:rPr b="0" lang="en-US" sz="2000" spc="-1" strike="noStrike">
                <a:latin typeface="Arial"/>
              </a:rPr>
              <a:t>14.2.4 – Applications that use TCP</a:t>
            </a:r>
            <a:endParaRPr b="0" lang="en-GB" sz="2000" spc="-1" strike="noStrike">
              <a:latin typeface="Arial"/>
            </a:endParaRPr>
          </a:p>
          <a:p>
            <a:pPr marL="216000" indent="-216000">
              <a:lnSpc>
                <a:spcPct val="100000"/>
              </a:lnSpc>
            </a:pPr>
            <a:r>
              <a:rPr b="0" lang="en-US" sz="2000" spc="-1" strike="noStrike">
                <a:latin typeface="Arial"/>
              </a:rPr>
              <a:t>14.2.5 Check your Understanding – TCP Overview</a:t>
            </a:r>
            <a:endParaRPr b="0" lang="en-GB" sz="2000" spc="-1" strike="noStrike">
              <a:latin typeface="Arial"/>
            </a:endParaRPr>
          </a:p>
        </p:txBody>
      </p:sp>
      <p:sp>
        <p:nvSpPr>
          <p:cNvPr id="633"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438DBBC8-AB3E-4128-9572-48F438A3C3E8}" type="slidenum">
              <a:rPr b="0" lang="en-US" sz="1200" spc="-1" strike="noStrike">
                <a:latin typeface="Times New Roman"/>
              </a:rPr>
              <a:t>54</a:t>
            </a:fld>
            <a:endParaRPr b="0" lang="en-GB"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sldImg"/>
          </p:nvPr>
        </p:nvSpPr>
        <p:spPr>
          <a:xfrm>
            <a:off x="380880" y="685800"/>
            <a:ext cx="6095520" cy="3428640"/>
          </a:xfrm>
          <a:prstGeom prst="rect">
            <a:avLst/>
          </a:prstGeom>
        </p:spPr>
      </p:sp>
      <p:sp>
        <p:nvSpPr>
          <p:cNvPr id="635"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14.3 – UDP Overview</a:t>
            </a:r>
            <a:endParaRPr b="0" lang="en-GB" sz="2000" spc="-1" strike="noStrike">
              <a:latin typeface="Arial"/>
            </a:endParaRPr>
          </a:p>
          <a:p>
            <a:pPr marL="216000" indent="-216000">
              <a:lnSpc>
                <a:spcPct val="100000"/>
              </a:lnSpc>
            </a:pPr>
            <a:endParaRPr b="0" lang="en-GB" sz="2000" spc="-1" strike="noStrike">
              <a:latin typeface="Arial"/>
            </a:endParaRPr>
          </a:p>
        </p:txBody>
      </p:sp>
      <p:sp>
        <p:nvSpPr>
          <p:cNvPr id="636"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57E8BBD9-2D74-4DDF-AEC8-CD183E8A8AA0}" type="slidenum">
              <a:rPr b="0" lang="en-US" sz="1200" spc="-1" strike="noStrike">
                <a:solidFill>
                  <a:srgbClr val="000000"/>
                </a:solidFill>
                <a:latin typeface="Arial"/>
                <a:ea typeface="ＭＳ Ｐゴシック"/>
              </a:rPr>
              <a:t>54</a:t>
            </a:fld>
            <a:endParaRPr b="0" lang="en-GB"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PlaceHolder 1"/>
          <p:cNvSpPr>
            <a:spLocks noGrp="1"/>
          </p:cNvSpPr>
          <p:nvPr>
            <p:ph type="sldImg"/>
          </p:nvPr>
        </p:nvSpPr>
        <p:spPr>
          <a:xfrm>
            <a:off x="380880" y="685800"/>
            <a:ext cx="6095520" cy="3428640"/>
          </a:xfrm>
          <a:prstGeom prst="rect">
            <a:avLst/>
          </a:prstGeom>
        </p:spPr>
      </p:sp>
      <p:sp>
        <p:nvSpPr>
          <p:cNvPr id="638"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14.3 – UDP Overview</a:t>
            </a:r>
            <a:endParaRPr b="0" lang="en-GB" sz="2000" spc="-1" strike="noStrike">
              <a:latin typeface="Arial"/>
            </a:endParaRPr>
          </a:p>
          <a:p>
            <a:pPr marL="216000" indent="-216000">
              <a:lnSpc>
                <a:spcPct val="100000"/>
              </a:lnSpc>
            </a:pPr>
            <a:r>
              <a:rPr b="0" lang="en-US" sz="2000" spc="-1" strike="noStrike">
                <a:latin typeface="Arial"/>
              </a:rPr>
              <a:t>14.3.1 – UDP Features</a:t>
            </a:r>
            <a:endParaRPr b="0" lang="en-GB" sz="2000" spc="-1" strike="noStrike">
              <a:latin typeface="Arial"/>
            </a:endParaRPr>
          </a:p>
        </p:txBody>
      </p:sp>
      <p:sp>
        <p:nvSpPr>
          <p:cNvPr id="639"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17FEDB1E-2C72-413D-9ADE-C4563CDCBA99}" type="slidenum">
              <a:rPr b="0" lang="en-US" sz="1200" spc="-1" strike="noStrike">
                <a:latin typeface="Times New Roman"/>
              </a:rPr>
              <a:t>54</a:t>
            </a:fld>
            <a:endParaRPr b="0" lang="en-GB"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sldImg"/>
          </p:nvPr>
        </p:nvSpPr>
        <p:spPr>
          <a:xfrm>
            <a:off x="380880" y="685800"/>
            <a:ext cx="6095520" cy="3428640"/>
          </a:xfrm>
          <a:prstGeom prst="rect">
            <a:avLst/>
          </a:prstGeom>
        </p:spPr>
      </p:sp>
      <p:sp>
        <p:nvSpPr>
          <p:cNvPr id="641"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14.3 – UDP Overview</a:t>
            </a:r>
            <a:endParaRPr b="0" lang="en-GB" sz="2000" spc="-1" strike="noStrike">
              <a:latin typeface="Arial"/>
            </a:endParaRPr>
          </a:p>
          <a:p>
            <a:pPr marL="216000" indent="-216000">
              <a:lnSpc>
                <a:spcPct val="100000"/>
              </a:lnSpc>
            </a:pPr>
            <a:r>
              <a:rPr b="0" lang="en-US" sz="2000" spc="-1" strike="noStrike">
                <a:latin typeface="Arial"/>
              </a:rPr>
              <a:t>14.3.2 – UDP Header</a:t>
            </a:r>
            <a:endParaRPr b="0" lang="en-GB" sz="2000" spc="-1" strike="noStrike">
              <a:latin typeface="Arial"/>
            </a:endParaRPr>
          </a:p>
        </p:txBody>
      </p:sp>
      <p:sp>
        <p:nvSpPr>
          <p:cNvPr id="642"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0256E2E7-76AB-46A7-8660-AB621B9776E5}" type="slidenum">
              <a:rPr b="0" lang="en-US" sz="1200" spc="-1" strike="noStrike">
                <a:latin typeface="Times New Roman"/>
              </a:rPr>
              <a:t>54</a:t>
            </a:fld>
            <a:endParaRPr b="0" lang="en-GB"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3" name="PlaceHolder 1"/>
          <p:cNvSpPr>
            <a:spLocks noGrp="1"/>
          </p:cNvSpPr>
          <p:nvPr>
            <p:ph type="sldImg"/>
          </p:nvPr>
        </p:nvSpPr>
        <p:spPr>
          <a:xfrm>
            <a:off x="380880" y="685800"/>
            <a:ext cx="6095520" cy="3428640"/>
          </a:xfrm>
          <a:prstGeom prst="rect">
            <a:avLst/>
          </a:prstGeom>
        </p:spPr>
      </p:sp>
      <p:sp>
        <p:nvSpPr>
          <p:cNvPr id="644"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14.3 – UDP Overview</a:t>
            </a:r>
            <a:endParaRPr b="0" lang="en-GB" sz="2000" spc="-1" strike="noStrike">
              <a:latin typeface="Arial"/>
            </a:endParaRPr>
          </a:p>
          <a:p>
            <a:pPr marL="216000" indent="-216000">
              <a:lnSpc>
                <a:spcPct val="100000"/>
              </a:lnSpc>
            </a:pPr>
            <a:r>
              <a:rPr b="0" lang="en-US" sz="2000" spc="-1" strike="noStrike">
                <a:latin typeface="Arial"/>
              </a:rPr>
              <a:t>14.3.3 - UDP Header Fields</a:t>
            </a:r>
            <a:endParaRPr b="0" lang="en-GB" sz="2000" spc="-1" strike="noStrike">
              <a:latin typeface="Arial"/>
            </a:endParaRPr>
          </a:p>
          <a:p>
            <a:pPr marL="216000" indent="-216000">
              <a:lnSpc>
                <a:spcPct val="100000"/>
              </a:lnSpc>
            </a:pPr>
            <a:endParaRPr b="0" lang="en-GB" sz="2000" spc="-1" strike="noStrike">
              <a:latin typeface="Arial"/>
            </a:endParaRPr>
          </a:p>
        </p:txBody>
      </p:sp>
      <p:sp>
        <p:nvSpPr>
          <p:cNvPr id="645"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A71EA3E1-213C-4B09-B55F-BEB6C1773845}" type="slidenum">
              <a:rPr b="0" lang="en-US" sz="1200" spc="-1" strike="noStrike">
                <a:latin typeface="Times New Roman"/>
              </a:rPr>
              <a:t>54</a:t>
            </a:fld>
            <a:endParaRPr b="0" lang="en-GB"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PlaceHolder 1"/>
          <p:cNvSpPr>
            <a:spLocks noGrp="1"/>
          </p:cNvSpPr>
          <p:nvPr>
            <p:ph type="sldImg"/>
          </p:nvPr>
        </p:nvSpPr>
        <p:spPr>
          <a:xfrm>
            <a:off x="380880" y="685800"/>
            <a:ext cx="6095520" cy="3428640"/>
          </a:xfrm>
          <a:prstGeom prst="rect">
            <a:avLst/>
          </a:prstGeom>
        </p:spPr>
      </p:sp>
      <p:sp>
        <p:nvSpPr>
          <p:cNvPr id="647"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14.3 – UDP Overview</a:t>
            </a:r>
            <a:endParaRPr b="0" lang="en-GB" sz="2000" spc="-1" strike="noStrike">
              <a:latin typeface="Arial"/>
            </a:endParaRPr>
          </a:p>
          <a:p>
            <a:pPr marL="216000" indent="-216000">
              <a:lnSpc>
                <a:spcPct val="100000"/>
              </a:lnSpc>
            </a:pPr>
            <a:r>
              <a:rPr b="0" lang="en-US" sz="2000" spc="-1" strike="noStrike">
                <a:latin typeface="Arial"/>
              </a:rPr>
              <a:t>14.3.4 – Applications that use UDP</a:t>
            </a:r>
            <a:endParaRPr b="0" lang="en-GB" sz="2000" spc="-1" strike="noStrike">
              <a:latin typeface="Arial"/>
            </a:endParaRPr>
          </a:p>
          <a:p>
            <a:pPr marL="216000" indent="-216000">
              <a:lnSpc>
                <a:spcPct val="100000"/>
              </a:lnSpc>
            </a:pPr>
            <a:r>
              <a:rPr b="0" lang="en-US" sz="2000" spc="-1" strike="noStrike">
                <a:latin typeface="Arial"/>
              </a:rPr>
              <a:t>14.3.5 - Check Your Understanding – UDP Overview</a:t>
            </a:r>
            <a:endParaRPr b="0" lang="en-GB" sz="2000" spc="-1" strike="noStrike">
              <a:latin typeface="Arial"/>
            </a:endParaRPr>
          </a:p>
        </p:txBody>
      </p:sp>
      <p:sp>
        <p:nvSpPr>
          <p:cNvPr id="648"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F579214F-AFFE-4C68-B0D7-0E7A633C9590}" type="slidenum">
              <a:rPr b="0" lang="en-US" sz="1200" spc="-1" strike="noStrike">
                <a:latin typeface="Times New Roman"/>
              </a:rPr>
              <a:t>54</a:t>
            </a:fld>
            <a:endParaRPr b="0" lang="en-GB"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sldImg"/>
          </p:nvPr>
        </p:nvSpPr>
        <p:spPr>
          <a:xfrm>
            <a:off x="380880" y="685800"/>
            <a:ext cx="6095520" cy="3428640"/>
          </a:xfrm>
          <a:prstGeom prst="rect">
            <a:avLst/>
          </a:prstGeom>
        </p:spPr>
      </p:sp>
      <p:sp>
        <p:nvSpPr>
          <p:cNvPr id="650"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14.4 – Port Numbers</a:t>
            </a:r>
            <a:endParaRPr b="0" lang="en-GB" sz="2000" spc="-1" strike="noStrike">
              <a:latin typeface="Arial"/>
            </a:endParaRPr>
          </a:p>
        </p:txBody>
      </p:sp>
      <p:sp>
        <p:nvSpPr>
          <p:cNvPr id="651"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F515617C-5949-4CA6-AB62-0EA3FDDBD647}" type="slidenum">
              <a:rPr b="0" lang="en-US" sz="1200" spc="-1" strike="noStrike">
                <a:solidFill>
                  <a:srgbClr val="000000"/>
                </a:solidFill>
                <a:latin typeface="Arial"/>
                <a:ea typeface="ＭＳ Ｐゴシック"/>
              </a:rPr>
              <a:t>54</a:t>
            </a:fld>
            <a:endParaRPr b="0" lang="en-GB"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PlaceHolder 1"/>
          <p:cNvSpPr>
            <a:spLocks noGrp="1"/>
          </p:cNvSpPr>
          <p:nvPr>
            <p:ph type="sldImg"/>
          </p:nvPr>
        </p:nvSpPr>
        <p:spPr>
          <a:xfrm>
            <a:off x="380880" y="685800"/>
            <a:ext cx="6095520" cy="3428640"/>
          </a:xfrm>
          <a:prstGeom prst="rect">
            <a:avLst/>
          </a:prstGeom>
        </p:spPr>
      </p:sp>
      <p:sp>
        <p:nvSpPr>
          <p:cNvPr id="653"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14.4 – Port Numbers</a:t>
            </a:r>
            <a:endParaRPr b="0" lang="en-GB" sz="2000" spc="-1" strike="noStrike">
              <a:latin typeface="Arial"/>
            </a:endParaRPr>
          </a:p>
          <a:p>
            <a:pPr marL="216000" indent="-216000">
              <a:lnSpc>
                <a:spcPct val="100000"/>
              </a:lnSpc>
            </a:pPr>
            <a:r>
              <a:rPr b="0" lang="en-US" sz="2000" spc="-1" strike="noStrike">
                <a:latin typeface="Arial"/>
              </a:rPr>
              <a:t>14.4.1 - Multiple Separate Communications</a:t>
            </a:r>
            <a:endParaRPr b="0" lang="en-GB" sz="2000" spc="-1" strike="noStrike">
              <a:latin typeface="Arial"/>
            </a:endParaRPr>
          </a:p>
        </p:txBody>
      </p:sp>
      <p:sp>
        <p:nvSpPr>
          <p:cNvPr id="654"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A6395C37-689F-4559-AEB3-C2DB92BE6BE1}" type="slidenum">
              <a:rPr b="0" lang="en-US" sz="1200" spc="-1" strike="noStrike">
                <a:latin typeface="Times New Roman"/>
              </a:rPr>
              <a:t>54</a:t>
            </a:fld>
            <a:endParaRPr b="0" lang="en-GB"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PlaceHolder 1"/>
          <p:cNvSpPr>
            <a:spLocks noGrp="1"/>
          </p:cNvSpPr>
          <p:nvPr>
            <p:ph type="sldImg"/>
          </p:nvPr>
        </p:nvSpPr>
        <p:spPr>
          <a:xfrm>
            <a:off x="380880" y="685800"/>
            <a:ext cx="6095520" cy="3428640"/>
          </a:xfrm>
          <a:prstGeom prst="rect">
            <a:avLst/>
          </a:prstGeom>
        </p:spPr>
      </p:sp>
      <p:sp>
        <p:nvSpPr>
          <p:cNvPr id="656"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14.4 – Port Numbers</a:t>
            </a:r>
            <a:endParaRPr b="0" lang="en-GB" sz="2000" spc="-1" strike="noStrike">
              <a:latin typeface="Arial"/>
            </a:endParaRPr>
          </a:p>
          <a:p>
            <a:pPr marL="216000" indent="-216000">
              <a:lnSpc>
                <a:spcPct val="100000"/>
              </a:lnSpc>
            </a:pPr>
            <a:r>
              <a:rPr b="0" lang="en-US" sz="2000" spc="-1" strike="noStrike">
                <a:latin typeface="Arial"/>
              </a:rPr>
              <a:t>14.4.2 – Socket Pairs</a:t>
            </a:r>
            <a:endParaRPr b="0" lang="en-GB" sz="2000" spc="-1" strike="noStrike">
              <a:latin typeface="Arial"/>
            </a:endParaRPr>
          </a:p>
        </p:txBody>
      </p:sp>
      <p:sp>
        <p:nvSpPr>
          <p:cNvPr id="657"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EE0BCD29-1C47-48F5-8203-3C3E9B5B3D08}" type="slidenum">
              <a:rPr b="0" lang="en-US" sz="1200" spc="-1" strike="noStrike">
                <a:latin typeface="Times New Roman"/>
              </a:rPr>
              <a:t>54</a:t>
            </a:fld>
            <a:endParaRPr b="0" lang="en-GB"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type="sldImg"/>
          </p:nvPr>
        </p:nvSpPr>
        <p:spPr>
          <a:xfrm>
            <a:off x="380880" y="685800"/>
            <a:ext cx="6095520" cy="3428640"/>
          </a:xfrm>
          <a:prstGeom prst="rect">
            <a:avLst/>
          </a:prstGeom>
        </p:spPr>
      </p:sp>
      <p:sp>
        <p:nvSpPr>
          <p:cNvPr id="659"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14.4 – Port Numbers</a:t>
            </a:r>
            <a:endParaRPr b="0" lang="en-GB" sz="2000" spc="-1" strike="noStrike">
              <a:latin typeface="Arial"/>
            </a:endParaRPr>
          </a:p>
          <a:p>
            <a:pPr marL="216000" indent="-216000">
              <a:lnSpc>
                <a:spcPct val="100000"/>
              </a:lnSpc>
            </a:pPr>
            <a:r>
              <a:rPr b="0" lang="en-US" sz="2000" spc="-1" strike="noStrike">
                <a:latin typeface="Arial"/>
              </a:rPr>
              <a:t>14.4.3 - Port Number Groups</a:t>
            </a:r>
            <a:endParaRPr b="0" lang="en-GB" sz="2000" spc="-1" strike="noStrike">
              <a:latin typeface="Arial"/>
            </a:endParaRPr>
          </a:p>
        </p:txBody>
      </p:sp>
      <p:sp>
        <p:nvSpPr>
          <p:cNvPr id="660"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9BA68533-01D7-4370-B66A-58BB8340C616}" type="slidenum">
              <a:rPr b="0" lang="en-US" sz="1200" spc="-1" strike="noStrike">
                <a:latin typeface="Times New Roman"/>
              </a:rPr>
              <a:t>54</a:t>
            </a:fld>
            <a:endParaRPr b="0" lang="en-GB" sz="1200" spc="-1" strike="noStrike">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PlaceHolder 1"/>
          <p:cNvSpPr>
            <a:spLocks noGrp="1"/>
          </p:cNvSpPr>
          <p:nvPr>
            <p:ph type="sldImg"/>
          </p:nvPr>
        </p:nvSpPr>
        <p:spPr>
          <a:xfrm>
            <a:off x="380880" y="685800"/>
            <a:ext cx="6095520" cy="3428640"/>
          </a:xfrm>
          <a:prstGeom prst="rect">
            <a:avLst/>
          </a:prstGeom>
        </p:spPr>
      </p:sp>
      <p:sp>
        <p:nvSpPr>
          <p:cNvPr id="662"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14.4 – Port Numbers</a:t>
            </a:r>
            <a:endParaRPr b="0" lang="en-GB" sz="2000" spc="-1" strike="noStrike">
              <a:latin typeface="Arial"/>
            </a:endParaRPr>
          </a:p>
          <a:p>
            <a:pPr marL="216000" indent="-216000">
              <a:lnSpc>
                <a:spcPct val="100000"/>
              </a:lnSpc>
            </a:pPr>
            <a:r>
              <a:rPr b="0" lang="en-US" sz="2000" spc="-1" strike="noStrike">
                <a:latin typeface="Arial"/>
              </a:rPr>
              <a:t>14.4.3 - Port Number Groups (Cont.)</a:t>
            </a:r>
            <a:endParaRPr b="0" lang="en-GB" sz="2000" spc="-1" strike="noStrike">
              <a:latin typeface="Arial"/>
            </a:endParaRPr>
          </a:p>
        </p:txBody>
      </p:sp>
      <p:sp>
        <p:nvSpPr>
          <p:cNvPr id="663"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A3C9B7DD-E3BB-4B9C-B68C-D2EDF7283DC0}" type="slidenum">
              <a:rPr b="0" lang="en-US" sz="1200" spc="-1" strike="noStrike">
                <a:latin typeface="Times New Roman"/>
              </a:rPr>
              <a:t>54</a:t>
            </a:fld>
            <a:endParaRPr b="0" lang="en-GB" sz="12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 name="PlaceHolder 1"/>
          <p:cNvSpPr>
            <a:spLocks noGrp="1"/>
          </p:cNvSpPr>
          <p:nvPr>
            <p:ph type="sldImg"/>
          </p:nvPr>
        </p:nvSpPr>
        <p:spPr>
          <a:xfrm>
            <a:off x="380880" y="685800"/>
            <a:ext cx="6095520" cy="3428640"/>
          </a:xfrm>
          <a:prstGeom prst="rect">
            <a:avLst/>
          </a:prstGeom>
        </p:spPr>
      </p:sp>
      <p:sp>
        <p:nvSpPr>
          <p:cNvPr id="665"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14.4 – Port Numbers</a:t>
            </a:r>
            <a:endParaRPr b="0" lang="en-GB" sz="2000" spc="-1" strike="noStrike">
              <a:latin typeface="Arial"/>
            </a:endParaRPr>
          </a:p>
          <a:p>
            <a:pPr marL="216000" indent="-216000">
              <a:lnSpc>
                <a:spcPct val="100000"/>
              </a:lnSpc>
            </a:pPr>
            <a:r>
              <a:rPr b="0" lang="en-US" sz="2000" spc="-1" strike="noStrike">
                <a:latin typeface="Arial"/>
              </a:rPr>
              <a:t>14.4.4 - The netstat Command</a:t>
            </a:r>
            <a:endParaRPr b="0" lang="en-GB" sz="2000" spc="-1" strike="noStrike">
              <a:latin typeface="Arial"/>
            </a:endParaRPr>
          </a:p>
          <a:p>
            <a:pPr marL="216000" indent="-216000">
              <a:lnSpc>
                <a:spcPct val="100000"/>
              </a:lnSpc>
            </a:pPr>
            <a:r>
              <a:rPr b="0" lang="en-US" sz="2000" spc="-1" strike="noStrike">
                <a:latin typeface="Arial"/>
              </a:rPr>
              <a:t>14.4.5 – Check Your Understanding – Port Numbers</a:t>
            </a:r>
            <a:endParaRPr b="0" lang="en-GB" sz="2000" spc="-1" strike="noStrike">
              <a:latin typeface="Arial"/>
            </a:endParaRPr>
          </a:p>
          <a:p>
            <a:pPr marL="216000" indent="-216000">
              <a:lnSpc>
                <a:spcPct val="100000"/>
              </a:lnSpc>
            </a:pPr>
            <a:endParaRPr b="0" lang="en-GB" sz="2000" spc="-1" strike="noStrike">
              <a:latin typeface="Arial"/>
            </a:endParaRPr>
          </a:p>
        </p:txBody>
      </p:sp>
      <p:sp>
        <p:nvSpPr>
          <p:cNvPr id="666"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6F89AE76-A77B-4A82-AF6C-1C31574CB29D}" type="slidenum">
              <a:rPr b="0" lang="en-US" sz="1200" spc="-1" strike="noStrike">
                <a:latin typeface="Times New Roman"/>
              </a:rPr>
              <a:t>54</a:t>
            </a:fld>
            <a:endParaRPr b="0" lang="en-GB" sz="1200" spc="-1" strike="noStrike">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PlaceHolder 1"/>
          <p:cNvSpPr>
            <a:spLocks noGrp="1"/>
          </p:cNvSpPr>
          <p:nvPr>
            <p:ph type="sldImg"/>
          </p:nvPr>
        </p:nvSpPr>
        <p:spPr>
          <a:xfrm>
            <a:off x="380880" y="685800"/>
            <a:ext cx="6095520" cy="3428640"/>
          </a:xfrm>
          <a:prstGeom prst="rect">
            <a:avLst/>
          </a:prstGeom>
        </p:spPr>
      </p:sp>
      <p:sp>
        <p:nvSpPr>
          <p:cNvPr id="668"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14.5 – TCP Communication Process</a:t>
            </a:r>
            <a:endParaRPr b="0" lang="en-GB" sz="2000" spc="-1" strike="noStrike">
              <a:latin typeface="Arial"/>
            </a:endParaRPr>
          </a:p>
        </p:txBody>
      </p:sp>
      <p:sp>
        <p:nvSpPr>
          <p:cNvPr id="669"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73DA6622-D21C-4C97-AE47-9CAD679DAD13}" type="slidenum">
              <a:rPr b="0" lang="en-US" sz="1200" spc="-1" strike="noStrike">
                <a:solidFill>
                  <a:srgbClr val="000000"/>
                </a:solidFill>
                <a:latin typeface="Arial"/>
                <a:ea typeface="ＭＳ Ｐゴシック"/>
              </a:rPr>
              <a:t>54</a:t>
            </a:fld>
            <a:endParaRPr b="0" lang="en-GB" sz="1200" spc="-1" strike="noStrike">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 name="PlaceHolder 1"/>
          <p:cNvSpPr>
            <a:spLocks noGrp="1"/>
          </p:cNvSpPr>
          <p:nvPr>
            <p:ph type="sldImg"/>
          </p:nvPr>
        </p:nvSpPr>
        <p:spPr>
          <a:xfrm>
            <a:off x="380880" y="685800"/>
            <a:ext cx="6095520" cy="3428640"/>
          </a:xfrm>
          <a:prstGeom prst="rect">
            <a:avLst/>
          </a:prstGeom>
        </p:spPr>
      </p:sp>
      <p:sp>
        <p:nvSpPr>
          <p:cNvPr id="671"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14.5 – TCP Communication Process</a:t>
            </a:r>
            <a:endParaRPr b="0" lang="en-GB" sz="2000" spc="-1" strike="noStrike">
              <a:latin typeface="Arial"/>
            </a:endParaRPr>
          </a:p>
          <a:p>
            <a:pPr marL="216000" indent="-216000">
              <a:lnSpc>
                <a:spcPct val="100000"/>
              </a:lnSpc>
            </a:pPr>
            <a:r>
              <a:rPr b="0" lang="en-US" sz="2000" spc="-1" strike="noStrike">
                <a:latin typeface="Arial"/>
              </a:rPr>
              <a:t>14.5.1 – TCP Server Processes</a:t>
            </a:r>
            <a:endParaRPr b="0" lang="en-GB" sz="2000" spc="-1" strike="noStrike">
              <a:latin typeface="Arial"/>
            </a:endParaRPr>
          </a:p>
        </p:txBody>
      </p:sp>
      <p:sp>
        <p:nvSpPr>
          <p:cNvPr id="672"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EB4A853D-CCC7-476C-BEC3-D78F3A00F811}" type="slidenum">
              <a:rPr b="0" lang="en-US" sz="1200" spc="-1" strike="noStrike">
                <a:latin typeface="Times New Roman"/>
              </a:rPr>
              <a:t>54</a:t>
            </a:fld>
            <a:endParaRPr b="0" lang="en-GB" sz="1200" spc="-1" strike="noStrike">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 name="PlaceHolder 1"/>
          <p:cNvSpPr>
            <a:spLocks noGrp="1"/>
          </p:cNvSpPr>
          <p:nvPr>
            <p:ph type="sldImg"/>
          </p:nvPr>
        </p:nvSpPr>
        <p:spPr>
          <a:xfrm>
            <a:off x="380880" y="685800"/>
            <a:ext cx="6095520" cy="3428640"/>
          </a:xfrm>
          <a:prstGeom prst="rect">
            <a:avLst/>
          </a:prstGeom>
        </p:spPr>
      </p:sp>
      <p:sp>
        <p:nvSpPr>
          <p:cNvPr id="674"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14.5 – TCP Communication Process</a:t>
            </a:r>
            <a:endParaRPr b="0" lang="en-GB" sz="2000" spc="-1" strike="noStrike">
              <a:latin typeface="Arial"/>
            </a:endParaRPr>
          </a:p>
          <a:p>
            <a:pPr marL="216000" indent="-216000">
              <a:lnSpc>
                <a:spcPct val="100000"/>
              </a:lnSpc>
            </a:pPr>
            <a:r>
              <a:rPr b="0" lang="en-US" sz="2000" spc="-1" strike="noStrike">
                <a:latin typeface="Arial"/>
              </a:rPr>
              <a:t>14.5.2 – TCP Connection Establishment</a:t>
            </a:r>
            <a:endParaRPr b="0" lang="en-GB" sz="2000" spc="-1" strike="noStrike">
              <a:latin typeface="Arial"/>
            </a:endParaRPr>
          </a:p>
        </p:txBody>
      </p:sp>
      <p:sp>
        <p:nvSpPr>
          <p:cNvPr id="675"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D5EEF634-FDE3-492F-B412-3B186EC8B962}" type="slidenum">
              <a:rPr b="0" lang="en-US" sz="1200" spc="-1" strike="noStrike">
                <a:latin typeface="Times New Roman"/>
              </a:rPr>
              <a:t>54</a:t>
            </a:fld>
            <a:endParaRPr b="0" lang="en-GB" sz="1200" spc="-1" strike="noStrike">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PlaceHolder 1"/>
          <p:cNvSpPr>
            <a:spLocks noGrp="1"/>
          </p:cNvSpPr>
          <p:nvPr>
            <p:ph type="sldImg"/>
          </p:nvPr>
        </p:nvSpPr>
        <p:spPr>
          <a:xfrm>
            <a:off x="380880" y="685800"/>
            <a:ext cx="6095520" cy="3428640"/>
          </a:xfrm>
          <a:prstGeom prst="rect">
            <a:avLst/>
          </a:prstGeom>
        </p:spPr>
      </p:sp>
      <p:sp>
        <p:nvSpPr>
          <p:cNvPr id="677"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14.5 – TCP Communication Process</a:t>
            </a:r>
            <a:endParaRPr b="0" lang="en-GB" sz="2000" spc="-1" strike="noStrike">
              <a:latin typeface="Arial"/>
            </a:endParaRPr>
          </a:p>
          <a:p>
            <a:pPr marL="216000" indent="-216000">
              <a:lnSpc>
                <a:spcPct val="100000"/>
              </a:lnSpc>
            </a:pPr>
            <a:r>
              <a:rPr b="0" lang="en-US" sz="2000" spc="-1" strike="noStrike">
                <a:latin typeface="Arial"/>
              </a:rPr>
              <a:t>14.5.3 – Session Termination</a:t>
            </a:r>
            <a:endParaRPr b="0" lang="en-GB" sz="2000" spc="-1" strike="noStrike">
              <a:latin typeface="Arial"/>
            </a:endParaRPr>
          </a:p>
        </p:txBody>
      </p:sp>
      <p:sp>
        <p:nvSpPr>
          <p:cNvPr id="678"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2D778400-FD79-42CA-A263-20831A79A2FA}" type="slidenum">
              <a:rPr b="0" lang="en-US" sz="1200" spc="-1" strike="noStrike">
                <a:latin typeface="Times New Roman"/>
              </a:rPr>
              <a:t>54</a:t>
            </a:fld>
            <a:endParaRPr b="0" lang="en-GB" sz="1200" spc="-1" strike="noStrike">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PlaceHolder 1"/>
          <p:cNvSpPr>
            <a:spLocks noGrp="1"/>
          </p:cNvSpPr>
          <p:nvPr>
            <p:ph type="sldImg"/>
          </p:nvPr>
        </p:nvSpPr>
        <p:spPr>
          <a:xfrm>
            <a:off x="380880" y="685800"/>
            <a:ext cx="6095520" cy="3428640"/>
          </a:xfrm>
          <a:prstGeom prst="rect">
            <a:avLst/>
          </a:prstGeom>
        </p:spPr>
      </p:sp>
      <p:sp>
        <p:nvSpPr>
          <p:cNvPr id="680"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14.5 – TCP Communication Process</a:t>
            </a:r>
            <a:endParaRPr b="0" lang="en-GB" sz="2000" spc="-1" strike="noStrike">
              <a:latin typeface="Arial"/>
            </a:endParaRPr>
          </a:p>
          <a:p>
            <a:pPr marL="216000" indent="-216000">
              <a:lnSpc>
                <a:spcPct val="100000"/>
              </a:lnSpc>
            </a:pPr>
            <a:r>
              <a:rPr b="0" lang="en-US" sz="2000" spc="-1" strike="noStrike">
                <a:latin typeface="Arial"/>
              </a:rPr>
              <a:t>14.5.4 – Three-way Handshake Establishment</a:t>
            </a:r>
            <a:endParaRPr b="0" lang="en-GB" sz="2000" spc="-1" strike="noStrike">
              <a:latin typeface="Arial"/>
            </a:endParaRPr>
          </a:p>
        </p:txBody>
      </p:sp>
      <p:sp>
        <p:nvSpPr>
          <p:cNvPr id="681"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632D7491-C854-4328-899C-52B7BA27C0B7}" type="slidenum">
              <a:rPr b="0" lang="en-US" sz="1200" spc="-1" strike="noStrike">
                <a:latin typeface="Times New Roman"/>
              </a:rPr>
              <a:t>54</a:t>
            </a:fld>
            <a:endParaRPr b="0" lang="en-GB" sz="1200" spc="-1" strike="noStrike">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PlaceHolder 1"/>
          <p:cNvSpPr>
            <a:spLocks noGrp="1"/>
          </p:cNvSpPr>
          <p:nvPr>
            <p:ph type="sldImg"/>
          </p:nvPr>
        </p:nvSpPr>
        <p:spPr>
          <a:xfrm>
            <a:off x="380880" y="685800"/>
            <a:ext cx="6095520" cy="3428640"/>
          </a:xfrm>
          <a:prstGeom prst="rect">
            <a:avLst/>
          </a:prstGeom>
        </p:spPr>
      </p:sp>
      <p:sp>
        <p:nvSpPr>
          <p:cNvPr id="683"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14.5 – TCP Communication Process</a:t>
            </a:r>
            <a:endParaRPr b="0" lang="en-GB" sz="2000" spc="-1" strike="noStrike">
              <a:latin typeface="Arial"/>
            </a:endParaRPr>
          </a:p>
          <a:p>
            <a:pPr marL="216000" indent="-216000">
              <a:lnSpc>
                <a:spcPct val="100000"/>
              </a:lnSpc>
            </a:pPr>
            <a:r>
              <a:rPr b="0" lang="en-US" sz="2000" spc="-1" strike="noStrike">
                <a:latin typeface="Arial"/>
              </a:rPr>
              <a:t>14.5.4 – Three-way Handshake Analysis</a:t>
            </a:r>
            <a:endParaRPr b="0" lang="en-GB" sz="2000" spc="-1" strike="noStrike">
              <a:latin typeface="Arial"/>
            </a:endParaRPr>
          </a:p>
        </p:txBody>
      </p:sp>
      <p:sp>
        <p:nvSpPr>
          <p:cNvPr id="684"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C8102127-3ED3-4CDB-BEE2-54191C632E59}" type="slidenum">
              <a:rPr b="0" lang="en-US" sz="1200" spc="-1" strike="noStrike">
                <a:latin typeface="Times New Roman"/>
              </a:rPr>
              <a:t>54</a:t>
            </a:fld>
            <a:endParaRPr b="0" lang="en-GB" sz="1200" spc="-1" strike="noStrike">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 name="PlaceHolder 1"/>
          <p:cNvSpPr>
            <a:spLocks noGrp="1"/>
          </p:cNvSpPr>
          <p:nvPr>
            <p:ph type="sldImg"/>
          </p:nvPr>
        </p:nvSpPr>
        <p:spPr>
          <a:xfrm>
            <a:off x="380880" y="685800"/>
            <a:ext cx="6095520" cy="3428640"/>
          </a:xfrm>
          <a:prstGeom prst="rect">
            <a:avLst/>
          </a:prstGeom>
        </p:spPr>
      </p:sp>
      <p:sp>
        <p:nvSpPr>
          <p:cNvPr id="686"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14.5 – TCP Communication Process</a:t>
            </a:r>
            <a:endParaRPr b="0" lang="en-GB" sz="2000" spc="-1" strike="noStrike">
              <a:latin typeface="Arial"/>
            </a:endParaRPr>
          </a:p>
          <a:p>
            <a:pPr marL="216000" indent="-216000">
              <a:lnSpc>
                <a:spcPct val="100000"/>
              </a:lnSpc>
            </a:pPr>
            <a:r>
              <a:rPr b="0" lang="en-US" sz="2000" spc="-1" strike="noStrike">
                <a:latin typeface="Arial"/>
              </a:rPr>
              <a:t>14.5.5 – Video - TCP Three Way Handshake</a:t>
            </a:r>
            <a:endParaRPr b="0" lang="en-GB" sz="2000" spc="-1" strike="noStrike">
              <a:latin typeface="Arial"/>
            </a:endParaRPr>
          </a:p>
          <a:p>
            <a:pPr marL="216000" indent="-216000">
              <a:lnSpc>
                <a:spcPct val="100000"/>
              </a:lnSpc>
            </a:pPr>
            <a:r>
              <a:rPr b="0" lang="en-US" sz="2000" spc="-1" strike="noStrike">
                <a:latin typeface="Arial"/>
              </a:rPr>
              <a:t>14.5.6 – Check your Understanding - TCP Communication Process</a:t>
            </a:r>
            <a:endParaRPr b="0" lang="en-GB" sz="2000" spc="-1" strike="noStrike">
              <a:latin typeface="Arial"/>
            </a:endParaRPr>
          </a:p>
        </p:txBody>
      </p:sp>
      <p:sp>
        <p:nvSpPr>
          <p:cNvPr id="687"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AD962503-D469-497C-92FB-68E9C581EF34}" type="slidenum">
              <a:rPr b="0" lang="en-US" sz="1200" spc="-1" strike="noStrike">
                <a:latin typeface="Times New Roman"/>
              </a:rPr>
              <a:t>54</a:t>
            </a:fld>
            <a:endParaRPr b="0" lang="en-GB" sz="1200" spc="-1" strike="noStrike">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PlaceHolder 1"/>
          <p:cNvSpPr>
            <a:spLocks noGrp="1"/>
          </p:cNvSpPr>
          <p:nvPr>
            <p:ph type="sldImg"/>
          </p:nvPr>
        </p:nvSpPr>
        <p:spPr>
          <a:xfrm>
            <a:off x="380880" y="685800"/>
            <a:ext cx="6095520" cy="3428640"/>
          </a:xfrm>
          <a:prstGeom prst="rect">
            <a:avLst/>
          </a:prstGeom>
        </p:spPr>
      </p:sp>
      <p:sp>
        <p:nvSpPr>
          <p:cNvPr id="689"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14.6 – Reliability and Flow Control</a:t>
            </a:r>
            <a:endParaRPr b="0" lang="en-GB" sz="2000" spc="-1" strike="noStrike">
              <a:latin typeface="Arial"/>
            </a:endParaRPr>
          </a:p>
        </p:txBody>
      </p:sp>
      <p:sp>
        <p:nvSpPr>
          <p:cNvPr id="690"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2F2ECE72-5B8B-4F9F-AF3E-2B98D6B2BAF8}" type="slidenum">
              <a:rPr b="0" lang="en-US" sz="1200" spc="-1" strike="noStrike">
                <a:solidFill>
                  <a:srgbClr val="000000"/>
                </a:solidFill>
                <a:latin typeface="Arial"/>
                <a:ea typeface="ＭＳ Ｐゴシック"/>
              </a:rPr>
              <a:t>54</a:t>
            </a:fld>
            <a:endParaRPr b="0" lang="en-GB" sz="1200" spc="-1" strike="noStrike">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 name="PlaceHolder 1"/>
          <p:cNvSpPr>
            <a:spLocks noGrp="1"/>
          </p:cNvSpPr>
          <p:nvPr>
            <p:ph type="sldImg"/>
          </p:nvPr>
        </p:nvSpPr>
        <p:spPr>
          <a:xfrm>
            <a:off x="380880" y="685800"/>
            <a:ext cx="6095520" cy="3428640"/>
          </a:xfrm>
          <a:prstGeom prst="rect">
            <a:avLst/>
          </a:prstGeom>
        </p:spPr>
      </p:sp>
      <p:sp>
        <p:nvSpPr>
          <p:cNvPr id="692"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14.6 – Reliability and Flow Control</a:t>
            </a:r>
            <a:endParaRPr b="0" lang="en-GB" sz="2000" spc="-1" strike="noStrike">
              <a:latin typeface="Arial"/>
            </a:endParaRPr>
          </a:p>
          <a:p>
            <a:pPr marL="216000" indent="-216000">
              <a:lnSpc>
                <a:spcPct val="100000"/>
              </a:lnSpc>
            </a:pPr>
            <a:r>
              <a:rPr b="0" lang="en-US" sz="2000" spc="-1" strike="noStrike">
                <a:latin typeface="Arial"/>
              </a:rPr>
              <a:t>14.6.1 – TCP Reliability – Guaranteed and Ordered Delivery</a:t>
            </a:r>
            <a:endParaRPr b="0" lang="en-GB" sz="2000" spc="-1" strike="noStrike">
              <a:latin typeface="Arial"/>
            </a:endParaRPr>
          </a:p>
        </p:txBody>
      </p:sp>
      <p:sp>
        <p:nvSpPr>
          <p:cNvPr id="693"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5C29F84E-4D16-4C3D-9080-7E883F96E837}" type="slidenum">
              <a:rPr b="0" lang="en-US" sz="1200" spc="-1" strike="noStrike">
                <a:latin typeface="Times New Roman"/>
              </a:rPr>
              <a:t>54</a:t>
            </a:fld>
            <a:endParaRPr b="0" lang="en-GB" sz="1200" spc="-1" strike="noStrike">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 name="PlaceHolder 1"/>
          <p:cNvSpPr>
            <a:spLocks noGrp="1"/>
          </p:cNvSpPr>
          <p:nvPr>
            <p:ph type="sldImg"/>
          </p:nvPr>
        </p:nvSpPr>
        <p:spPr>
          <a:xfrm>
            <a:off x="380880" y="685800"/>
            <a:ext cx="6095520" cy="3428640"/>
          </a:xfrm>
          <a:prstGeom prst="rect">
            <a:avLst/>
          </a:prstGeom>
        </p:spPr>
      </p:sp>
      <p:sp>
        <p:nvSpPr>
          <p:cNvPr id="695"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14.6 – Reliability and Flow Control</a:t>
            </a:r>
            <a:endParaRPr b="0" lang="en-GB" sz="2000" spc="-1" strike="noStrike">
              <a:latin typeface="Arial"/>
            </a:endParaRPr>
          </a:p>
          <a:p>
            <a:pPr marL="216000" indent="-216000">
              <a:lnSpc>
                <a:spcPct val="100000"/>
              </a:lnSpc>
            </a:pPr>
            <a:r>
              <a:rPr b="0" lang="en-US" sz="2000" spc="-1" strike="noStrike">
                <a:latin typeface="Arial"/>
              </a:rPr>
              <a:t>14.6.2 – Video –TCP Reliability – Sequence Numbers and Acknowledgements</a:t>
            </a:r>
            <a:endParaRPr b="0" lang="en-GB" sz="2000" spc="-1" strike="noStrike">
              <a:latin typeface="Arial"/>
            </a:endParaRPr>
          </a:p>
        </p:txBody>
      </p:sp>
      <p:sp>
        <p:nvSpPr>
          <p:cNvPr id="696"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78F0DADA-C8E9-4442-A6DC-67D2CBF1BA7C}" type="slidenum">
              <a:rPr b="0" lang="en-US" sz="1200" spc="-1" strike="noStrike">
                <a:latin typeface="Times New Roman"/>
              </a:rPr>
              <a:t>54</a:t>
            </a:fld>
            <a:endParaRPr b="0" lang="en-GB" sz="1200" spc="-1" strike="noStrike">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PlaceHolder 1"/>
          <p:cNvSpPr>
            <a:spLocks noGrp="1"/>
          </p:cNvSpPr>
          <p:nvPr>
            <p:ph type="sldImg"/>
          </p:nvPr>
        </p:nvSpPr>
        <p:spPr>
          <a:xfrm>
            <a:off x="380880" y="685800"/>
            <a:ext cx="6095520" cy="3428640"/>
          </a:xfrm>
          <a:prstGeom prst="rect">
            <a:avLst/>
          </a:prstGeom>
        </p:spPr>
      </p:sp>
      <p:sp>
        <p:nvSpPr>
          <p:cNvPr id="698"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14.6 – Reliability and Flow Control</a:t>
            </a:r>
            <a:endParaRPr b="0" lang="en-GB" sz="2000" spc="-1" strike="noStrike">
              <a:latin typeface="Arial"/>
            </a:endParaRPr>
          </a:p>
          <a:p>
            <a:pPr marL="216000" indent="-216000">
              <a:lnSpc>
                <a:spcPct val="100000"/>
              </a:lnSpc>
            </a:pPr>
            <a:r>
              <a:rPr b="0" lang="en-US" sz="2000" spc="-1" strike="noStrike">
                <a:latin typeface="Arial"/>
              </a:rPr>
              <a:t>14.6.3 TCP Reliability – Data Loss and Transmission</a:t>
            </a:r>
            <a:endParaRPr b="0" lang="en-GB" sz="2000" spc="-1" strike="noStrike">
              <a:latin typeface="Arial"/>
            </a:endParaRPr>
          </a:p>
        </p:txBody>
      </p:sp>
      <p:sp>
        <p:nvSpPr>
          <p:cNvPr id="699"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A3F9A2E1-7F95-4798-BC66-835E1C86166E}" type="slidenum">
              <a:rPr b="0" lang="en-US" sz="1200" spc="-1" strike="noStrike">
                <a:latin typeface="Times New Roman"/>
              </a:rPr>
              <a:t>54</a:t>
            </a:fld>
            <a:endParaRPr b="0" lang="en-GB" sz="1200" spc="-1" strike="noStrike">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PlaceHolder 1"/>
          <p:cNvSpPr>
            <a:spLocks noGrp="1"/>
          </p:cNvSpPr>
          <p:nvPr>
            <p:ph type="sldImg"/>
          </p:nvPr>
        </p:nvSpPr>
        <p:spPr>
          <a:xfrm>
            <a:off x="380880" y="685800"/>
            <a:ext cx="6095520" cy="3428640"/>
          </a:xfrm>
          <a:prstGeom prst="rect">
            <a:avLst/>
          </a:prstGeom>
        </p:spPr>
      </p:sp>
      <p:sp>
        <p:nvSpPr>
          <p:cNvPr id="701"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14.6 – Reliability and Flow Control</a:t>
            </a:r>
            <a:endParaRPr b="0" lang="en-GB" sz="2000" spc="-1" strike="noStrike">
              <a:latin typeface="Arial"/>
            </a:endParaRPr>
          </a:p>
          <a:p>
            <a:pPr marL="216000" indent="-216000">
              <a:lnSpc>
                <a:spcPct val="100000"/>
              </a:lnSpc>
            </a:pPr>
            <a:r>
              <a:rPr b="0" lang="en-US" sz="2000" spc="-1" strike="noStrike">
                <a:latin typeface="Arial"/>
              </a:rPr>
              <a:t>14.6.3 TCP Reliability – Data Loss and Transmission (Cont.)</a:t>
            </a:r>
            <a:endParaRPr b="0" lang="en-GB" sz="2000" spc="-1" strike="noStrike">
              <a:latin typeface="Arial"/>
            </a:endParaRPr>
          </a:p>
        </p:txBody>
      </p:sp>
      <p:sp>
        <p:nvSpPr>
          <p:cNvPr id="702"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A934951D-F568-4DA4-A942-D013F45C7DB5}" type="slidenum">
              <a:rPr b="0" lang="en-US" sz="1200" spc="-1" strike="noStrike">
                <a:latin typeface="Times New Roman"/>
              </a:rPr>
              <a:t>54</a:t>
            </a:fld>
            <a:endParaRPr b="0" lang="en-GB" sz="1200" spc="-1" strike="noStrike">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PlaceHolder 1"/>
          <p:cNvSpPr>
            <a:spLocks noGrp="1"/>
          </p:cNvSpPr>
          <p:nvPr>
            <p:ph type="sldImg"/>
          </p:nvPr>
        </p:nvSpPr>
        <p:spPr>
          <a:xfrm>
            <a:off x="380880" y="685800"/>
            <a:ext cx="6095520" cy="3428640"/>
          </a:xfrm>
          <a:prstGeom prst="rect">
            <a:avLst/>
          </a:prstGeom>
        </p:spPr>
      </p:sp>
      <p:sp>
        <p:nvSpPr>
          <p:cNvPr id="704"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14.6 – Reliability and Flow Control</a:t>
            </a:r>
            <a:endParaRPr b="0" lang="en-GB" sz="2000" spc="-1" strike="noStrike">
              <a:latin typeface="Arial"/>
            </a:endParaRPr>
          </a:p>
          <a:p>
            <a:pPr marL="216000" indent="-216000">
              <a:lnSpc>
                <a:spcPct val="100000"/>
              </a:lnSpc>
            </a:pPr>
            <a:r>
              <a:rPr b="0" lang="en-US" sz="2000" spc="-1" strike="noStrike">
                <a:latin typeface="Arial"/>
              </a:rPr>
              <a:t>14.6.4 – Video –TCP-Reliability – Data Loss and Retransmission</a:t>
            </a:r>
            <a:endParaRPr b="0" lang="en-GB" sz="2000" spc="-1" strike="noStrike">
              <a:latin typeface="Arial"/>
            </a:endParaRPr>
          </a:p>
        </p:txBody>
      </p:sp>
      <p:sp>
        <p:nvSpPr>
          <p:cNvPr id="705"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FBCB7B40-3C66-4D70-9114-9EB4827FA817}" type="slidenum">
              <a:rPr b="0" lang="en-US" sz="1200" spc="-1" strike="noStrike">
                <a:latin typeface="Times New Roman"/>
              </a:rPr>
              <a:t>54</a:t>
            </a:fld>
            <a:endParaRPr b="0" lang="en-GB" sz="1200" spc="-1" strike="noStrike">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PlaceHolder 1"/>
          <p:cNvSpPr>
            <a:spLocks noGrp="1"/>
          </p:cNvSpPr>
          <p:nvPr>
            <p:ph type="sldImg"/>
          </p:nvPr>
        </p:nvSpPr>
        <p:spPr>
          <a:xfrm>
            <a:off x="380880" y="685800"/>
            <a:ext cx="6095520" cy="3428640"/>
          </a:xfrm>
          <a:prstGeom prst="rect">
            <a:avLst/>
          </a:prstGeom>
        </p:spPr>
      </p:sp>
      <p:sp>
        <p:nvSpPr>
          <p:cNvPr id="707"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14.6 – Reliability and Flow Control</a:t>
            </a:r>
            <a:endParaRPr b="0" lang="en-GB" sz="2000" spc="-1" strike="noStrike">
              <a:latin typeface="Arial"/>
            </a:endParaRPr>
          </a:p>
          <a:p>
            <a:pPr marL="216000" indent="-216000">
              <a:lnSpc>
                <a:spcPct val="100000"/>
              </a:lnSpc>
            </a:pPr>
            <a:r>
              <a:rPr b="0" lang="en-US" sz="2000" spc="-1" strike="noStrike">
                <a:latin typeface="Arial"/>
              </a:rPr>
              <a:t>14.6.5 – TCP Flow Control – Window Size and Acknowledgments</a:t>
            </a:r>
            <a:endParaRPr b="0" lang="en-GB" sz="2000" spc="-1" strike="noStrike">
              <a:latin typeface="Arial"/>
            </a:endParaRPr>
          </a:p>
        </p:txBody>
      </p:sp>
      <p:sp>
        <p:nvSpPr>
          <p:cNvPr id="708"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4EBB94DF-F460-4EF1-A75E-A3A025EB3DF8}" type="slidenum">
              <a:rPr b="0" lang="en-US" sz="1200" spc="-1" strike="noStrike">
                <a:latin typeface="Times New Roman"/>
              </a:rPr>
              <a:t>54</a:t>
            </a:fld>
            <a:endParaRPr b="0" lang="en-GB" sz="1200" spc="-1" strike="noStrike">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 name="PlaceHolder 1"/>
          <p:cNvSpPr>
            <a:spLocks noGrp="1"/>
          </p:cNvSpPr>
          <p:nvPr>
            <p:ph type="sldImg"/>
          </p:nvPr>
        </p:nvSpPr>
        <p:spPr>
          <a:xfrm>
            <a:off x="380880" y="685800"/>
            <a:ext cx="6095520" cy="3428640"/>
          </a:xfrm>
          <a:prstGeom prst="rect">
            <a:avLst/>
          </a:prstGeom>
        </p:spPr>
      </p:sp>
      <p:sp>
        <p:nvSpPr>
          <p:cNvPr id="710"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14.6 – Reliability and Flow Control</a:t>
            </a:r>
            <a:endParaRPr b="0" lang="en-GB" sz="2000" spc="-1" strike="noStrike">
              <a:latin typeface="Arial"/>
            </a:endParaRPr>
          </a:p>
          <a:p>
            <a:pPr marL="216000" indent="-216000">
              <a:lnSpc>
                <a:spcPct val="100000"/>
              </a:lnSpc>
            </a:pPr>
            <a:r>
              <a:rPr b="0" lang="en-US" sz="2000" spc="-1" strike="noStrike">
                <a:latin typeface="Arial"/>
              </a:rPr>
              <a:t>14.6.6 – TCP Flow Control – Maximum Segment Size (MSS)</a:t>
            </a:r>
            <a:endParaRPr b="0" lang="en-GB" sz="2000" spc="-1" strike="noStrike">
              <a:latin typeface="Arial"/>
            </a:endParaRPr>
          </a:p>
        </p:txBody>
      </p:sp>
      <p:sp>
        <p:nvSpPr>
          <p:cNvPr id="711"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F4910F5D-FABB-4161-89E1-5B6BCCFF8129}" type="slidenum">
              <a:rPr b="0" lang="en-US" sz="1200" spc="-1" strike="noStrike">
                <a:latin typeface="Times New Roman"/>
              </a:rPr>
              <a:t>54</a:t>
            </a:fld>
            <a:endParaRPr b="0" lang="en-GB" sz="1200" spc="-1" strike="noStrike">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 name="PlaceHolder 1"/>
          <p:cNvSpPr>
            <a:spLocks noGrp="1"/>
          </p:cNvSpPr>
          <p:nvPr>
            <p:ph type="sldImg"/>
          </p:nvPr>
        </p:nvSpPr>
        <p:spPr>
          <a:xfrm>
            <a:off x="380880" y="685800"/>
            <a:ext cx="6095520" cy="3428640"/>
          </a:xfrm>
          <a:prstGeom prst="rect">
            <a:avLst/>
          </a:prstGeom>
        </p:spPr>
      </p:sp>
      <p:sp>
        <p:nvSpPr>
          <p:cNvPr id="713"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14.6 – Reliability and Flow Control</a:t>
            </a:r>
            <a:endParaRPr b="0" lang="en-GB" sz="2000" spc="-1" strike="noStrike">
              <a:latin typeface="Arial"/>
            </a:endParaRPr>
          </a:p>
          <a:p>
            <a:pPr marL="216000" indent="-216000">
              <a:lnSpc>
                <a:spcPct val="100000"/>
              </a:lnSpc>
            </a:pPr>
            <a:r>
              <a:rPr b="0" lang="en-US" sz="2000" spc="-1" strike="noStrike">
                <a:latin typeface="Arial"/>
              </a:rPr>
              <a:t>14.6.7 – TCP Flow Control – Congestion Avoidance</a:t>
            </a:r>
            <a:endParaRPr b="0" lang="en-GB" sz="2000" spc="-1" strike="noStrike">
              <a:latin typeface="Arial"/>
            </a:endParaRPr>
          </a:p>
          <a:p>
            <a:pPr marL="216000" indent="-216000">
              <a:lnSpc>
                <a:spcPct val="100000"/>
              </a:lnSpc>
            </a:pPr>
            <a:r>
              <a:rPr b="0" lang="en-US" sz="2000" spc="-1" strike="noStrike">
                <a:latin typeface="Arial"/>
              </a:rPr>
              <a:t>14.6.8 – Check you Understanding – Reliability and Flow Control</a:t>
            </a:r>
            <a:endParaRPr b="0" lang="en-GB" sz="2000" spc="-1" strike="noStrike">
              <a:latin typeface="Arial"/>
            </a:endParaRPr>
          </a:p>
        </p:txBody>
      </p:sp>
      <p:sp>
        <p:nvSpPr>
          <p:cNvPr id="714"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47E7C11D-655C-484E-ADB6-E7AFFEF928A9}" type="slidenum">
              <a:rPr b="0" lang="en-US" sz="1200" spc="-1" strike="noStrike">
                <a:latin typeface="Times New Roman"/>
              </a:rPr>
              <a:t>54</a:t>
            </a:fld>
            <a:endParaRPr b="0" lang="en-GB" sz="1200" spc="-1" strike="noStrike">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 name="PlaceHolder 1"/>
          <p:cNvSpPr>
            <a:spLocks noGrp="1"/>
          </p:cNvSpPr>
          <p:nvPr>
            <p:ph type="sldImg"/>
          </p:nvPr>
        </p:nvSpPr>
        <p:spPr>
          <a:xfrm>
            <a:off x="380880" y="685800"/>
            <a:ext cx="6095520" cy="3428640"/>
          </a:xfrm>
          <a:prstGeom prst="rect">
            <a:avLst/>
          </a:prstGeom>
        </p:spPr>
      </p:sp>
      <p:sp>
        <p:nvSpPr>
          <p:cNvPr id="716"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14.7 UDP Communication</a:t>
            </a:r>
            <a:endParaRPr b="0" lang="en-GB" sz="2000" spc="-1" strike="noStrike">
              <a:latin typeface="Arial"/>
            </a:endParaRPr>
          </a:p>
        </p:txBody>
      </p:sp>
      <p:sp>
        <p:nvSpPr>
          <p:cNvPr id="717"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B4ABF06A-A2EE-4045-AB03-250E0690716A}" type="slidenum">
              <a:rPr b="0" lang="en-US" sz="1200" spc="-1" strike="noStrike">
                <a:solidFill>
                  <a:srgbClr val="000000"/>
                </a:solidFill>
                <a:latin typeface="Arial"/>
                <a:ea typeface="ＭＳ Ｐゴシック"/>
              </a:rPr>
              <a:t>54</a:t>
            </a:fld>
            <a:endParaRPr b="0" lang="en-GB" sz="1200" spc="-1" strike="noStrike">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 name="PlaceHolder 1"/>
          <p:cNvSpPr>
            <a:spLocks noGrp="1"/>
          </p:cNvSpPr>
          <p:nvPr>
            <p:ph type="sldImg"/>
          </p:nvPr>
        </p:nvSpPr>
        <p:spPr>
          <a:xfrm>
            <a:off x="380880" y="685800"/>
            <a:ext cx="6095520" cy="3428640"/>
          </a:xfrm>
          <a:prstGeom prst="rect">
            <a:avLst/>
          </a:prstGeom>
        </p:spPr>
      </p:sp>
      <p:sp>
        <p:nvSpPr>
          <p:cNvPr id="719"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14.7 - UDP Communication</a:t>
            </a:r>
            <a:endParaRPr b="0" lang="en-GB" sz="2000" spc="-1" strike="noStrike">
              <a:latin typeface="Arial"/>
            </a:endParaRPr>
          </a:p>
          <a:p>
            <a:pPr marL="216000" indent="-216000">
              <a:lnSpc>
                <a:spcPct val="100000"/>
              </a:lnSpc>
            </a:pPr>
            <a:r>
              <a:rPr b="0" lang="en-US" sz="2000" spc="-1" strike="noStrike">
                <a:latin typeface="Arial"/>
              </a:rPr>
              <a:t>14.7.1 -  UDP Low Overhead versus Reliability</a:t>
            </a:r>
            <a:endParaRPr b="0" lang="en-GB" sz="2000" spc="-1" strike="noStrike">
              <a:latin typeface="Arial"/>
            </a:endParaRPr>
          </a:p>
        </p:txBody>
      </p:sp>
      <p:sp>
        <p:nvSpPr>
          <p:cNvPr id="720"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A31002D0-93B6-47A2-BD17-B2AB9C2F5C52}" type="slidenum">
              <a:rPr b="0" lang="en-US" sz="1200" spc="-1" strike="noStrike">
                <a:latin typeface="Times New Roman"/>
              </a:rPr>
              <a:t>54</a:t>
            </a:fld>
            <a:endParaRPr b="0" lang="en-GB" sz="1200" spc="-1" strike="noStrike">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 name="PlaceHolder 1"/>
          <p:cNvSpPr>
            <a:spLocks noGrp="1"/>
          </p:cNvSpPr>
          <p:nvPr>
            <p:ph type="sldImg"/>
          </p:nvPr>
        </p:nvSpPr>
        <p:spPr>
          <a:xfrm>
            <a:off x="380880" y="685800"/>
            <a:ext cx="6095520" cy="3428640"/>
          </a:xfrm>
          <a:prstGeom prst="rect">
            <a:avLst/>
          </a:prstGeom>
        </p:spPr>
      </p:sp>
      <p:sp>
        <p:nvSpPr>
          <p:cNvPr id="722"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14.7 - UDP Communication</a:t>
            </a:r>
            <a:endParaRPr b="0" lang="en-GB" sz="2000" spc="-1" strike="noStrike">
              <a:latin typeface="Arial"/>
            </a:endParaRPr>
          </a:p>
          <a:p>
            <a:pPr marL="216000" indent="-216000">
              <a:lnSpc>
                <a:spcPct val="100000"/>
              </a:lnSpc>
            </a:pPr>
            <a:r>
              <a:rPr b="0" lang="en-US" sz="2000" spc="-1" strike="noStrike">
                <a:latin typeface="Arial"/>
              </a:rPr>
              <a:t>14.7.2 – UDP Datagram Reassembly</a:t>
            </a:r>
            <a:endParaRPr b="0" lang="en-GB" sz="2000" spc="-1" strike="noStrike">
              <a:latin typeface="Arial"/>
            </a:endParaRPr>
          </a:p>
        </p:txBody>
      </p:sp>
      <p:sp>
        <p:nvSpPr>
          <p:cNvPr id="723"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A37932ED-D03D-4BB8-80DC-7D61DDFBC141}" type="slidenum">
              <a:rPr b="0" lang="en-US" sz="1200" spc="-1" strike="noStrike">
                <a:latin typeface="Times New Roman"/>
              </a:rPr>
              <a:t>54</a:t>
            </a:fld>
            <a:endParaRPr b="0" lang="en-GB" sz="1200" spc="-1" strike="noStrike">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 name="PlaceHolder 1"/>
          <p:cNvSpPr>
            <a:spLocks noGrp="1"/>
          </p:cNvSpPr>
          <p:nvPr>
            <p:ph type="sldImg"/>
          </p:nvPr>
        </p:nvSpPr>
        <p:spPr>
          <a:xfrm>
            <a:off x="380880" y="685800"/>
            <a:ext cx="6095520" cy="3428640"/>
          </a:xfrm>
          <a:prstGeom prst="rect">
            <a:avLst/>
          </a:prstGeom>
        </p:spPr>
      </p:sp>
      <p:sp>
        <p:nvSpPr>
          <p:cNvPr id="725"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14.7 - UDP Communication</a:t>
            </a:r>
            <a:endParaRPr b="0" lang="en-GB" sz="2000" spc="-1" strike="noStrike">
              <a:latin typeface="Arial"/>
            </a:endParaRPr>
          </a:p>
          <a:p>
            <a:pPr marL="216000" indent="-216000">
              <a:lnSpc>
                <a:spcPct val="100000"/>
              </a:lnSpc>
            </a:pPr>
            <a:r>
              <a:rPr b="0" lang="en-US" sz="2000" spc="-1" strike="noStrike">
                <a:latin typeface="Arial"/>
              </a:rPr>
              <a:t>14.7.3 – UDP Server Processes and Requests</a:t>
            </a:r>
            <a:endParaRPr b="0" lang="en-GB" sz="2000" spc="-1" strike="noStrike">
              <a:latin typeface="Arial"/>
            </a:endParaRPr>
          </a:p>
        </p:txBody>
      </p:sp>
      <p:sp>
        <p:nvSpPr>
          <p:cNvPr id="726"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CAF47149-32EB-425E-85AD-816CEC5C1529}" type="slidenum">
              <a:rPr b="0" lang="en-US" sz="1200" spc="-1" strike="noStrike">
                <a:latin typeface="Times New Roman"/>
              </a:rPr>
              <a:t>54</a:t>
            </a:fld>
            <a:endParaRPr b="0" lang="en-GB" sz="1200" spc="-1" strike="noStrike">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PlaceHolder 1"/>
          <p:cNvSpPr>
            <a:spLocks noGrp="1"/>
          </p:cNvSpPr>
          <p:nvPr>
            <p:ph type="sldImg"/>
          </p:nvPr>
        </p:nvSpPr>
        <p:spPr>
          <a:xfrm>
            <a:off x="380880" y="685800"/>
            <a:ext cx="6095520" cy="3428640"/>
          </a:xfrm>
          <a:prstGeom prst="rect">
            <a:avLst/>
          </a:prstGeom>
        </p:spPr>
      </p:sp>
      <p:sp>
        <p:nvSpPr>
          <p:cNvPr id="728"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14.7 - UDP Communication</a:t>
            </a:r>
            <a:endParaRPr b="0" lang="en-GB" sz="2000" spc="-1" strike="noStrike">
              <a:latin typeface="Arial"/>
            </a:endParaRPr>
          </a:p>
          <a:p>
            <a:pPr marL="216000" indent="-216000">
              <a:lnSpc>
                <a:spcPct val="100000"/>
              </a:lnSpc>
            </a:pPr>
            <a:r>
              <a:rPr b="0" lang="en-US" sz="2000" spc="-1" strike="noStrike">
                <a:latin typeface="Arial"/>
              </a:rPr>
              <a:t>14.7.4 – UDP Client Processes </a:t>
            </a:r>
            <a:endParaRPr b="0" lang="en-GB" sz="2000" spc="-1" strike="noStrike">
              <a:latin typeface="Arial"/>
            </a:endParaRPr>
          </a:p>
          <a:p>
            <a:pPr marL="216000" indent="-216000">
              <a:lnSpc>
                <a:spcPct val="100000"/>
              </a:lnSpc>
            </a:pPr>
            <a:r>
              <a:rPr b="0" lang="en-US" sz="2000" spc="-1" strike="noStrike">
                <a:latin typeface="Arial"/>
              </a:rPr>
              <a:t>14.7.5 Check Your Understanding – UDP Communication</a:t>
            </a:r>
            <a:endParaRPr b="0" lang="en-GB" sz="2000" spc="-1" strike="noStrike">
              <a:latin typeface="Arial"/>
            </a:endParaRPr>
          </a:p>
        </p:txBody>
      </p:sp>
      <p:sp>
        <p:nvSpPr>
          <p:cNvPr id="729"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E613F437-5C51-40BB-9AE5-32EBE0319C81}" type="slidenum">
              <a:rPr b="0" lang="en-US" sz="1200" spc="-1" strike="noStrike">
                <a:latin typeface="Times New Roman"/>
              </a:rPr>
              <a:t>54</a:t>
            </a:fld>
            <a:endParaRPr b="0" lang="en-GB" sz="1200" spc="-1" strike="noStrike">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 name="PlaceHolder 1"/>
          <p:cNvSpPr>
            <a:spLocks noGrp="1"/>
          </p:cNvSpPr>
          <p:nvPr>
            <p:ph type="sldImg"/>
          </p:nvPr>
        </p:nvSpPr>
        <p:spPr>
          <a:xfrm>
            <a:off x="380880" y="685800"/>
            <a:ext cx="6095520" cy="3428640"/>
          </a:xfrm>
          <a:prstGeom prst="rect">
            <a:avLst/>
          </a:prstGeom>
        </p:spPr>
      </p:sp>
      <p:sp>
        <p:nvSpPr>
          <p:cNvPr id="731"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14.8 – Module Practice and Quiz</a:t>
            </a:r>
            <a:endParaRPr b="0" lang="en-GB" sz="2000" spc="-1" strike="noStrike">
              <a:latin typeface="Arial"/>
            </a:endParaRPr>
          </a:p>
        </p:txBody>
      </p:sp>
      <p:sp>
        <p:nvSpPr>
          <p:cNvPr id="732"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4DBFB992-DF5A-4282-A863-CA269EED6D8B}" type="slidenum">
              <a:rPr b="0" lang="en-US" sz="1200" spc="-1" strike="noStrike">
                <a:solidFill>
                  <a:srgbClr val="000000"/>
                </a:solidFill>
                <a:latin typeface="Arial"/>
                <a:ea typeface="ＭＳ Ｐゴシック"/>
              </a:rPr>
              <a:t>54</a:t>
            </a:fld>
            <a:endParaRPr b="0" lang="en-GB" sz="1200" spc="-1" strike="noStrike">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3" name="TextShape 1"/>
          <p:cNvSpPr txBox="1"/>
          <p:nvPr/>
        </p:nvSpPr>
        <p:spPr>
          <a:xfrm>
            <a:off x="3884760" y="8685360"/>
            <a:ext cx="2971440" cy="456840"/>
          </a:xfrm>
          <a:prstGeom prst="rect">
            <a:avLst/>
          </a:prstGeom>
          <a:noFill/>
          <a:ln w="0">
            <a:noFill/>
          </a:ln>
        </p:spPr>
        <p:txBody>
          <a:bodyPr anchor="b">
            <a:noAutofit/>
          </a:bodyPr>
          <a:p>
            <a:pPr algn="r">
              <a:lnSpc>
                <a:spcPct val="100000"/>
              </a:lnSpc>
            </a:pPr>
            <a:fld id="{DB3E53B1-23CC-404F-8F9F-53DB7429A3AE}" type="slidenum">
              <a:rPr b="0" lang="en-US" sz="800" spc="-1" strike="noStrike">
                <a:solidFill>
                  <a:srgbClr val="000000"/>
                </a:solidFill>
                <a:latin typeface="Arial"/>
                <a:ea typeface="ＭＳ Ｐゴシック"/>
              </a:rPr>
              <a:t>54</a:t>
            </a:fld>
            <a:endParaRPr b="0" lang="en-GB" sz="800" spc="-1" strike="noStrike">
              <a:latin typeface="Times New Roman"/>
            </a:endParaRPr>
          </a:p>
        </p:txBody>
      </p:sp>
      <p:sp>
        <p:nvSpPr>
          <p:cNvPr id="734" name="PlaceHolder 2"/>
          <p:cNvSpPr>
            <a:spLocks noGrp="1"/>
          </p:cNvSpPr>
          <p:nvPr>
            <p:ph type="sldImg"/>
          </p:nvPr>
        </p:nvSpPr>
        <p:spPr>
          <a:xfrm>
            <a:off x="380880" y="685800"/>
            <a:ext cx="6095520" cy="3428640"/>
          </a:xfrm>
          <a:prstGeom prst="rect">
            <a:avLst/>
          </a:prstGeom>
        </p:spPr>
      </p:sp>
      <p:sp>
        <p:nvSpPr>
          <p:cNvPr id="735" name="PlaceHolder 3"/>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14.8 – Modules Practice and Quiz</a:t>
            </a:r>
            <a:endParaRPr b="0" lang="en-GB" sz="2000" spc="-1" strike="noStrike">
              <a:latin typeface="Arial"/>
            </a:endParaRPr>
          </a:p>
          <a:p>
            <a:pPr marL="216000" indent="-216000">
              <a:lnSpc>
                <a:spcPct val="100000"/>
              </a:lnSpc>
            </a:pPr>
            <a:r>
              <a:rPr b="0" lang="en-US" sz="2000" spc="-1" strike="noStrike">
                <a:latin typeface="Arial"/>
              </a:rPr>
              <a:t>14.8.1 – Packet Tracer – TCP and UDP Communications</a:t>
            </a:r>
            <a:endParaRPr b="0" lang="en-GB" sz="2000" spc="-1" strike="noStrike">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TextShape 1"/>
          <p:cNvSpPr txBox="1"/>
          <p:nvPr/>
        </p:nvSpPr>
        <p:spPr>
          <a:xfrm>
            <a:off x="3884760" y="8685360"/>
            <a:ext cx="2971440" cy="456840"/>
          </a:xfrm>
          <a:prstGeom prst="rect">
            <a:avLst/>
          </a:prstGeom>
          <a:noFill/>
          <a:ln w="0">
            <a:noFill/>
          </a:ln>
        </p:spPr>
        <p:txBody>
          <a:bodyPr anchor="b">
            <a:noAutofit/>
          </a:bodyPr>
          <a:p>
            <a:pPr algn="r">
              <a:lnSpc>
                <a:spcPct val="100000"/>
              </a:lnSpc>
            </a:pPr>
            <a:fld id="{D9A41DC5-B452-4E6D-9519-5F84C36DD213}" type="slidenum">
              <a:rPr b="0" lang="en-US" sz="800" spc="-1" strike="noStrike">
                <a:solidFill>
                  <a:srgbClr val="000000"/>
                </a:solidFill>
                <a:latin typeface="Arial"/>
                <a:ea typeface="ＭＳ Ｐゴシック"/>
              </a:rPr>
              <a:t>54</a:t>
            </a:fld>
            <a:endParaRPr b="0" lang="en-GB" sz="800" spc="-1" strike="noStrike">
              <a:latin typeface="Times New Roman"/>
            </a:endParaRPr>
          </a:p>
        </p:txBody>
      </p:sp>
      <p:sp>
        <p:nvSpPr>
          <p:cNvPr id="737" name="PlaceHolder 2"/>
          <p:cNvSpPr>
            <a:spLocks noGrp="1"/>
          </p:cNvSpPr>
          <p:nvPr>
            <p:ph type="sldImg"/>
          </p:nvPr>
        </p:nvSpPr>
        <p:spPr>
          <a:xfrm>
            <a:off x="380880" y="685800"/>
            <a:ext cx="6095520" cy="3428640"/>
          </a:xfrm>
          <a:prstGeom prst="rect">
            <a:avLst/>
          </a:prstGeom>
        </p:spPr>
      </p:sp>
      <p:sp>
        <p:nvSpPr>
          <p:cNvPr id="738" name="PlaceHolder 3"/>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14.8 – Modules Practice and Quiz</a:t>
            </a:r>
            <a:endParaRPr b="0" lang="en-GB" sz="2000" spc="-1" strike="noStrike">
              <a:latin typeface="Arial"/>
            </a:endParaRPr>
          </a:p>
          <a:p>
            <a:pPr marL="216000" indent="-216000">
              <a:lnSpc>
                <a:spcPct val="100000"/>
              </a:lnSpc>
            </a:pPr>
            <a:r>
              <a:rPr b="0" lang="en-US" sz="2000" spc="-1" strike="noStrike">
                <a:latin typeface="Arial"/>
              </a:rPr>
              <a:t>14.8.2 – What did I learn this module?</a:t>
            </a:r>
            <a:endParaRPr b="0" lang="en-GB" sz="2000" spc="-1" strike="noStrike">
              <a:latin typeface="Arial"/>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 name="TextShape 1"/>
          <p:cNvSpPr txBox="1"/>
          <p:nvPr/>
        </p:nvSpPr>
        <p:spPr>
          <a:xfrm>
            <a:off x="3884760" y="8685360"/>
            <a:ext cx="2971440" cy="456840"/>
          </a:xfrm>
          <a:prstGeom prst="rect">
            <a:avLst/>
          </a:prstGeom>
          <a:noFill/>
          <a:ln w="0">
            <a:noFill/>
          </a:ln>
        </p:spPr>
        <p:txBody>
          <a:bodyPr anchor="b">
            <a:noAutofit/>
          </a:bodyPr>
          <a:p>
            <a:pPr algn="r">
              <a:lnSpc>
                <a:spcPct val="100000"/>
              </a:lnSpc>
            </a:pPr>
            <a:fld id="{77F72422-6DAB-431E-B581-3CF899CB2D09}" type="slidenum">
              <a:rPr b="0" lang="en-US" sz="800" spc="-1" strike="noStrike">
                <a:solidFill>
                  <a:srgbClr val="000000"/>
                </a:solidFill>
                <a:latin typeface="Arial"/>
                <a:ea typeface="ＭＳ Ｐゴシック"/>
              </a:rPr>
              <a:t>&lt;number&gt;</a:t>
            </a:fld>
            <a:endParaRPr b="0" lang="en-GB" sz="800" spc="-1" strike="noStrike">
              <a:latin typeface="Times New Roman"/>
            </a:endParaRPr>
          </a:p>
        </p:txBody>
      </p:sp>
      <p:sp>
        <p:nvSpPr>
          <p:cNvPr id="740" name="PlaceHolder 2"/>
          <p:cNvSpPr>
            <a:spLocks noGrp="1"/>
          </p:cNvSpPr>
          <p:nvPr>
            <p:ph type="sldImg"/>
          </p:nvPr>
        </p:nvSpPr>
        <p:spPr>
          <a:xfrm>
            <a:off x="380880" y="685800"/>
            <a:ext cx="6095520" cy="3428640"/>
          </a:xfrm>
          <a:prstGeom prst="rect">
            <a:avLst/>
          </a:prstGeom>
        </p:spPr>
      </p:sp>
      <p:sp>
        <p:nvSpPr>
          <p:cNvPr id="741" name="PlaceHolder 3"/>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lang="en-US" sz="2000" spc="-1" strike="noStrike">
                <a:latin typeface="Arial"/>
              </a:rPr>
              <a:t>14 – Transport Layer</a:t>
            </a:r>
            <a:endParaRPr b="0" lang="en-GB" sz="2000" spc="-1" strike="noStrike">
              <a:latin typeface="Arial"/>
            </a:endParaRPr>
          </a:p>
          <a:p>
            <a:pPr marL="216000" indent="-216000">
              <a:lnSpc>
                <a:spcPct val="100000"/>
              </a:lnSpc>
            </a:pPr>
            <a:r>
              <a:rPr b="0" lang="en-US" sz="2000" spc="-1" strike="noStrike">
                <a:latin typeface="Arial"/>
              </a:rPr>
              <a:t>14.8 – Modules Practice and Quiz</a:t>
            </a:r>
            <a:endParaRPr b="0" lang="en-GB" sz="2000" spc="-1" strike="noStrike">
              <a:latin typeface="Arial"/>
            </a:endParaRPr>
          </a:p>
          <a:p>
            <a:pPr marL="216000" indent="-216000">
              <a:lnSpc>
                <a:spcPct val="100000"/>
              </a:lnSpc>
            </a:pPr>
            <a:r>
              <a:rPr b="0" lang="en-US" sz="2000" spc="-1" strike="noStrike">
                <a:latin typeface="Arial"/>
              </a:rPr>
              <a:t>14.8.2 – What did I learn this module? (Cont.)</a:t>
            </a:r>
            <a:endParaRPr b="0" lang="en-GB" sz="2000" spc="-1" strike="noStrike">
              <a:latin typeface="Arial"/>
            </a:endParaRPr>
          </a:p>
          <a:p>
            <a:pPr marL="216000" indent="-216000">
              <a:lnSpc>
                <a:spcPct val="100000"/>
              </a:lnSpc>
            </a:pPr>
            <a:r>
              <a:rPr b="0" lang="en-US" sz="2000" spc="-1" strike="noStrike">
                <a:latin typeface="Arial"/>
              </a:rPr>
              <a:t>14.8.3 - Module Quiz - Transport Layer</a:t>
            </a:r>
            <a:endParaRPr b="0" lang="en-GB" sz="2000" spc="-1" strike="noStrike">
              <a:latin typeface="Arial"/>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TextShape 1"/>
          <p:cNvSpPr txBox="1"/>
          <p:nvPr/>
        </p:nvSpPr>
        <p:spPr>
          <a:xfrm>
            <a:off x="3884760" y="8685360"/>
            <a:ext cx="2971440" cy="456840"/>
          </a:xfrm>
          <a:prstGeom prst="rect">
            <a:avLst/>
          </a:prstGeom>
          <a:noFill/>
          <a:ln w="0">
            <a:noFill/>
          </a:ln>
        </p:spPr>
        <p:txBody>
          <a:bodyPr anchor="b">
            <a:noAutofit/>
          </a:bodyPr>
          <a:p>
            <a:pPr algn="r">
              <a:lnSpc>
                <a:spcPct val="100000"/>
              </a:lnSpc>
            </a:pPr>
            <a:fld id="{712F56A6-F968-4FE1-80ED-C14DCF3FA602}" type="slidenum">
              <a:rPr b="0" lang="en-US" sz="800" spc="-1" strike="noStrike">
                <a:solidFill>
                  <a:srgbClr val="000000"/>
                </a:solidFill>
                <a:latin typeface="Arial"/>
                <a:ea typeface="ＭＳ Ｐゴシック"/>
              </a:rPr>
              <a:t>&lt;number&gt;</a:t>
            </a:fld>
            <a:endParaRPr b="0" lang="en-GB" sz="800" spc="-1" strike="noStrike">
              <a:latin typeface="Times New Roman"/>
            </a:endParaRPr>
          </a:p>
        </p:txBody>
      </p:sp>
      <p:sp>
        <p:nvSpPr>
          <p:cNvPr id="743" name="PlaceHolder 2"/>
          <p:cNvSpPr>
            <a:spLocks noGrp="1"/>
          </p:cNvSpPr>
          <p:nvPr>
            <p:ph type="sldImg"/>
          </p:nvPr>
        </p:nvSpPr>
        <p:spPr>
          <a:xfrm>
            <a:off x="380880" y="685800"/>
            <a:ext cx="6095520" cy="3428640"/>
          </a:xfrm>
          <a:prstGeom prst="rect">
            <a:avLst/>
          </a:prstGeom>
        </p:spPr>
      </p:sp>
      <p:sp>
        <p:nvSpPr>
          <p:cNvPr id="744" name="PlaceHolder 3"/>
          <p:cNvSpPr>
            <a:spLocks noGrp="1"/>
          </p:cNvSpPr>
          <p:nvPr>
            <p:ph type="body"/>
          </p:nvPr>
        </p:nvSpPr>
        <p:spPr>
          <a:xfrm>
            <a:off x="685800" y="4343400"/>
            <a:ext cx="5486040" cy="4114440"/>
          </a:xfrm>
          <a:prstGeom prst="rect">
            <a:avLst/>
          </a:prstGeom>
        </p:spPr>
        <p:txBody>
          <a:bodyPr>
            <a:noAutofit/>
          </a:bodyPr>
          <a:p>
            <a:endParaRPr b="0" lang="en-GB" sz="2000" spc="-1" strike="noStrike">
              <a:latin typeface="Arial"/>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5" name="PlaceHolder 1"/>
          <p:cNvSpPr>
            <a:spLocks noGrp="1"/>
          </p:cNvSpPr>
          <p:nvPr>
            <p:ph type="sldImg"/>
          </p:nvPr>
        </p:nvSpPr>
        <p:spPr>
          <a:xfrm>
            <a:off x="380880" y="685800"/>
            <a:ext cx="6095520" cy="3428640"/>
          </a:xfrm>
          <a:prstGeom prst="rect">
            <a:avLst/>
          </a:prstGeom>
        </p:spPr>
      </p:sp>
      <p:sp>
        <p:nvSpPr>
          <p:cNvPr id="746" name="PlaceHolder 2"/>
          <p:cNvSpPr>
            <a:spLocks noGrp="1"/>
          </p:cNvSpPr>
          <p:nvPr>
            <p:ph type="body"/>
          </p:nvPr>
        </p:nvSpPr>
        <p:spPr>
          <a:xfrm>
            <a:off x="685800" y="4343400"/>
            <a:ext cx="5486040" cy="4114440"/>
          </a:xfrm>
          <a:prstGeom prst="rect">
            <a:avLst/>
          </a:prstGeom>
        </p:spPr>
        <p:txBody>
          <a:bodyPr>
            <a:noAutofit/>
          </a:bodyPr>
          <a:p>
            <a:endParaRPr b="0" lang="en-GB" sz="2000" spc="-1" strike="noStrike">
              <a:latin typeface="Arial"/>
            </a:endParaRPr>
          </a:p>
        </p:txBody>
      </p:sp>
      <p:sp>
        <p:nvSpPr>
          <p:cNvPr id="747" name="TextShape 3"/>
          <p:cNvSpPr txBox="1"/>
          <p:nvPr/>
        </p:nvSpPr>
        <p:spPr>
          <a:xfrm>
            <a:off x="3884760" y="8685360"/>
            <a:ext cx="2971440" cy="456840"/>
          </a:xfrm>
          <a:prstGeom prst="rect">
            <a:avLst/>
          </a:prstGeom>
          <a:noFill/>
          <a:ln w="0">
            <a:noFill/>
          </a:ln>
        </p:spPr>
        <p:txBody>
          <a:bodyPr anchor="b">
            <a:noAutofit/>
          </a:bodyPr>
          <a:p>
            <a:pPr algn="r">
              <a:lnSpc>
                <a:spcPct val="100000"/>
              </a:lnSpc>
            </a:pPr>
            <a:fld id="{74BE9DDF-8734-4D96-B109-184C95000729}" type="slidenum">
              <a:rPr b="0" lang="en-US" sz="1200" spc="-1" strike="noStrike">
                <a:latin typeface="Times New Roman"/>
              </a:rPr>
              <a:t>&lt;number&gt;</a:t>
            </a:fld>
            <a:endParaRPr b="0" lang="en-GB"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63" name="PlaceHolder 2"/>
          <p:cNvSpPr>
            <a:spLocks noGrp="1"/>
          </p:cNvSpPr>
          <p:nvPr>
            <p:ph type="subTitle"/>
          </p:nvPr>
        </p:nvSpPr>
        <p:spPr>
          <a:xfrm>
            <a:off x="457200" y="1203480"/>
            <a:ext cx="8229240" cy="2982960"/>
          </a:xfrm>
          <a:prstGeom prst="rect">
            <a:avLst/>
          </a:prstGeom>
        </p:spPr>
        <p:txBody>
          <a:bodyPr lIns="0" rIns="0" tIns="0" bIns="0" anchor="ctr">
            <a:noAutofit/>
          </a:bodyPr>
          <a:p>
            <a:pPr algn="ctr"/>
            <a:endParaRPr b="0" lang="en-GB"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65" name="PlaceHolder 2"/>
          <p:cNvSpPr>
            <a:spLocks noGrp="1"/>
          </p:cNvSpPr>
          <p:nvPr>
            <p:ph type="body"/>
          </p:nvPr>
        </p:nvSpPr>
        <p:spPr>
          <a:xfrm>
            <a:off x="457200" y="1203480"/>
            <a:ext cx="8229240" cy="298296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67" name="PlaceHolder 2"/>
          <p:cNvSpPr>
            <a:spLocks noGrp="1"/>
          </p:cNvSpPr>
          <p:nvPr>
            <p:ph type="body"/>
          </p:nvPr>
        </p:nvSpPr>
        <p:spPr>
          <a:xfrm>
            <a:off x="45720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68" name="PlaceHolder 3"/>
          <p:cNvSpPr>
            <a:spLocks noGrp="1"/>
          </p:cNvSpPr>
          <p:nvPr>
            <p:ph type="body"/>
          </p:nvPr>
        </p:nvSpPr>
        <p:spPr>
          <a:xfrm>
            <a:off x="467424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70" name="PlaceHolder 1"/>
          <p:cNvSpPr>
            <a:spLocks noGrp="1"/>
          </p:cNvSpPr>
          <p:nvPr>
            <p:ph type="subTitle"/>
          </p:nvPr>
        </p:nvSpPr>
        <p:spPr>
          <a:xfrm>
            <a:off x="457200" y="205200"/>
            <a:ext cx="8229240" cy="3981240"/>
          </a:xfrm>
          <a:prstGeom prst="rect">
            <a:avLst/>
          </a:prstGeom>
        </p:spPr>
        <p:txBody>
          <a:bodyPr lIns="0" rIns="0" tIns="0" bIns="0" anchor="ctr">
            <a:noAutofit/>
          </a:bodyPr>
          <a:p>
            <a:pPr algn="ctr"/>
            <a:endParaRPr b="0" lang="en-GB"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72"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73" name="PlaceHolder 3"/>
          <p:cNvSpPr>
            <a:spLocks noGrp="1"/>
          </p:cNvSpPr>
          <p:nvPr>
            <p:ph type="body"/>
          </p:nvPr>
        </p:nvSpPr>
        <p:spPr>
          <a:xfrm>
            <a:off x="467424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74" name="PlaceHolder 4"/>
          <p:cNvSpPr>
            <a:spLocks noGrp="1"/>
          </p:cNvSpPr>
          <p:nvPr>
            <p:ph type="body"/>
          </p:nvPr>
        </p:nvSpPr>
        <p:spPr>
          <a:xfrm>
            <a:off x="45720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76" name="PlaceHolder 2"/>
          <p:cNvSpPr>
            <a:spLocks noGrp="1"/>
          </p:cNvSpPr>
          <p:nvPr>
            <p:ph type="body"/>
          </p:nvPr>
        </p:nvSpPr>
        <p:spPr>
          <a:xfrm>
            <a:off x="45720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77"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78" name="PlaceHolder 4"/>
          <p:cNvSpPr>
            <a:spLocks noGrp="1"/>
          </p:cNvSpPr>
          <p:nvPr>
            <p:ph type="body"/>
          </p:nvPr>
        </p:nvSpPr>
        <p:spPr>
          <a:xfrm>
            <a:off x="467424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80"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81"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82" name="PlaceHolder 4"/>
          <p:cNvSpPr>
            <a:spLocks noGrp="1"/>
          </p:cNvSpPr>
          <p:nvPr>
            <p:ph type="body"/>
          </p:nvPr>
        </p:nvSpPr>
        <p:spPr>
          <a:xfrm>
            <a:off x="457200" y="2761920"/>
            <a:ext cx="822924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84" name="PlaceHolder 2"/>
          <p:cNvSpPr>
            <a:spLocks noGrp="1"/>
          </p:cNvSpPr>
          <p:nvPr>
            <p:ph type="body"/>
          </p:nvPr>
        </p:nvSpPr>
        <p:spPr>
          <a:xfrm>
            <a:off x="457200" y="1203480"/>
            <a:ext cx="822924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85" name="PlaceHolder 3"/>
          <p:cNvSpPr>
            <a:spLocks noGrp="1"/>
          </p:cNvSpPr>
          <p:nvPr>
            <p:ph type="body"/>
          </p:nvPr>
        </p:nvSpPr>
        <p:spPr>
          <a:xfrm>
            <a:off x="457200" y="2761920"/>
            <a:ext cx="822924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87"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88"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89" name="PlaceHolder 4"/>
          <p:cNvSpPr>
            <a:spLocks noGrp="1"/>
          </p:cNvSpPr>
          <p:nvPr>
            <p:ph type="body"/>
          </p:nvPr>
        </p:nvSpPr>
        <p:spPr>
          <a:xfrm>
            <a:off x="45720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90" name="PlaceHolder 5"/>
          <p:cNvSpPr>
            <a:spLocks noGrp="1"/>
          </p:cNvSpPr>
          <p:nvPr>
            <p:ph type="body"/>
          </p:nvPr>
        </p:nvSpPr>
        <p:spPr>
          <a:xfrm>
            <a:off x="467424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92" name="PlaceHolder 2"/>
          <p:cNvSpPr>
            <a:spLocks noGrp="1"/>
          </p:cNvSpPr>
          <p:nvPr>
            <p:ph type="body"/>
          </p:nvPr>
        </p:nvSpPr>
        <p:spPr>
          <a:xfrm>
            <a:off x="457200" y="120348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93" name="PlaceHolder 3"/>
          <p:cNvSpPr>
            <a:spLocks noGrp="1"/>
          </p:cNvSpPr>
          <p:nvPr>
            <p:ph type="body"/>
          </p:nvPr>
        </p:nvSpPr>
        <p:spPr>
          <a:xfrm>
            <a:off x="3239640" y="120348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94" name="PlaceHolder 4"/>
          <p:cNvSpPr>
            <a:spLocks noGrp="1"/>
          </p:cNvSpPr>
          <p:nvPr>
            <p:ph type="body"/>
          </p:nvPr>
        </p:nvSpPr>
        <p:spPr>
          <a:xfrm>
            <a:off x="6022080" y="120348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95" name="PlaceHolder 5"/>
          <p:cNvSpPr>
            <a:spLocks noGrp="1"/>
          </p:cNvSpPr>
          <p:nvPr>
            <p:ph type="body"/>
          </p:nvPr>
        </p:nvSpPr>
        <p:spPr>
          <a:xfrm>
            <a:off x="457200" y="276192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96" name="PlaceHolder 6"/>
          <p:cNvSpPr>
            <a:spLocks noGrp="1"/>
          </p:cNvSpPr>
          <p:nvPr>
            <p:ph type="body"/>
          </p:nvPr>
        </p:nvSpPr>
        <p:spPr>
          <a:xfrm>
            <a:off x="3239640" y="276192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97" name="PlaceHolder 7"/>
          <p:cNvSpPr>
            <a:spLocks noGrp="1"/>
          </p:cNvSpPr>
          <p:nvPr>
            <p:ph type="body"/>
          </p:nvPr>
        </p:nvSpPr>
        <p:spPr>
          <a:xfrm>
            <a:off x="6022080" y="276192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6"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147" name="PlaceHolder 2"/>
          <p:cNvSpPr>
            <a:spLocks noGrp="1"/>
          </p:cNvSpPr>
          <p:nvPr>
            <p:ph type="subTitle"/>
          </p:nvPr>
        </p:nvSpPr>
        <p:spPr>
          <a:xfrm>
            <a:off x="457200" y="1203480"/>
            <a:ext cx="8229240" cy="2982960"/>
          </a:xfrm>
          <a:prstGeom prst="rect">
            <a:avLst/>
          </a:prstGeom>
        </p:spPr>
        <p:txBody>
          <a:bodyPr lIns="0" rIns="0" tIns="0" bIns="0" anchor="ctr">
            <a:noAutofit/>
          </a:bodyPr>
          <a:p>
            <a:pPr algn="ctr"/>
            <a:endParaRPr b="0" lang="en-GB"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149" name="PlaceHolder 2"/>
          <p:cNvSpPr>
            <a:spLocks noGrp="1"/>
          </p:cNvSpPr>
          <p:nvPr>
            <p:ph type="body"/>
          </p:nvPr>
        </p:nvSpPr>
        <p:spPr>
          <a:xfrm>
            <a:off x="457200" y="1203480"/>
            <a:ext cx="8229240" cy="298296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151" name="PlaceHolder 2"/>
          <p:cNvSpPr>
            <a:spLocks noGrp="1"/>
          </p:cNvSpPr>
          <p:nvPr>
            <p:ph type="body"/>
          </p:nvPr>
        </p:nvSpPr>
        <p:spPr>
          <a:xfrm>
            <a:off x="45720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52" name="PlaceHolder 3"/>
          <p:cNvSpPr>
            <a:spLocks noGrp="1"/>
          </p:cNvSpPr>
          <p:nvPr>
            <p:ph type="body"/>
          </p:nvPr>
        </p:nvSpPr>
        <p:spPr>
          <a:xfrm>
            <a:off x="467424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3"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4" name="PlaceHolder 1"/>
          <p:cNvSpPr>
            <a:spLocks noGrp="1"/>
          </p:cNvSpPr>
          <p:nvPr>
            <p:ph type="subTitle"/>
          </p:nvPr>
        </p:nvSpPr>
        <p:spPr>
          <a:xfrm>
            <a:off x="457200" y="205200"/>
            <a:ext cx="8229240" cy="3981240"/>
          </a:xfrm>
          <a:prstGeom prst="rect">
            <a:avLst/>
          </a:prstGeom>
        </p:spPr>
        <p:txBody>
          <a:bodyPr lIns="0" rIns="0" tIns="0" bIns="0" anchor="ctr">
            <a:noAutofit/>
          </a:bodyPr>
          <a:p>
            <a:pPr algn="ctr"/>
            <a:endParaRPr b="0" lang="en-GB"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156"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57" name="PlaceHolder 3"/>
          <p:cNvSpPr>
            <a:spLocks noGrp="1"/>
          </p:cNvSpPr>
          <p:nvPr>
            <p:ph type="body"/>
          </p:nvPr>
        </p:nvSpPr>
        <p:spPr>
          <a:xfrm>
            <a:off x="467424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58" name="PlaceHolder 4"/>
          <p:cNvSpPr>
            <a:spLocks noGrp="1"/>
          </p:cNvSpPr>
          <p:nvPr>
            <p:ph type="body"/>
          </p:nvPr>
        </p:nvSpPr>
        <p:spPr>
          <a:xfrm>
            <a:off x="45720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160" name="PlaceHolder 2"/>
          <p:cNvSpPr>
            <a:spLocks noGrp="1"/>
          </p:cNvSpPr>
          <p:nvPr>
            <p:ph type="body"/>
          </p:nvPr>
        </p:nvSpPr>
        <p:spPr>
          <a:xfrm>
            <a:off x="45720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61"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62" name="PlaceHolder 4"/>
          <p:cNvSpPr>
            <a:spLocks noGrp="1"/>
          </p:cNvSpPr>
          <p:nvPr>
            <p:ph type="body"/>
          </p:nvPr>
        </p:nvSpPr>
        <p:spPr>
          <a:xfrm>
            <a:off x="467424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164"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65"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66" name="PlaceHolder 4"/>
          <p:cNvSpPr>
            <a:spLocks noGrp="1"/>
          </p:cNvSpPr>
          <p:nvPr>
            <p:ph type="body"/>
          </p:nvPr>
        </p:nvSpPr>
        <p:spPr>
          <a:xfrm>
            <a:off x="457200" y="2761920"/>
            <a:ext cx="822924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7"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168" name="PlaceHolder 2"/>
          <p:cNvSpPr>
            <a:spLocks noGrp="1"/>
          </p:cNvSpPr>
          <p:nvPr>
            <p:ph type="body"/>
          </p:nvPr>
        </p:nvSpPr>
        <p:spPr>
          <a:xfrm>
            <a:off x="457200" y="1203480"/>
            <a:ext cx="822924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69" name="PlaceHolder 3"/>
          <p:cNvSpPr>
            <a:spLocks noGrp="1"/>
          </p:cNvSpPr>
          <p:nvPr>
            <p:ph type="body"/>
          </p:nvPr>
        </p:nvSpPr>
        <p:spPr>
          <a:xfrm>
            <a:off x="457200" y="2761920"/>
            <a:ext cx="822924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171"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72"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73" name="PlaceHolder 4"/>
          <p:cNvSpPr>
            <a:spLocks noGrp="1"/>
          </p:cNvSpPr>
          <p:nvPr>
            <p:ph type="body"/>
          </p:nvPr>
        </p:nvSpPr>
        <p:spPr>
          <a:xfrm>
            <a:off x="45720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74" name="PlaceHolder 5"/>
          <p:cNvSpPr>
            <a:spLocks noGrp="1"/>
          </p:cNvSpPr>
          <p:nvPr>
            <p:ph type="body"/>
          </p:nvPr>
        </p:nvSpPr>
        <p:spPr>
          <a:xfrm>
            <a:off x="467424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176" name="PlaceHolder 2"/>
          <p:cNvSpPr>
            <a:spLocks noGrp="1"/>
          </p:cNvSpPr>
          <p:nvPr>
            <p:ph type="body"/>
          </p:nvPr>
        </p:nvSpPr>
        <p:spPr>
          <a:xfrm>
            <a:off x="457200" y="120348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77" name="PlaceHolder 3"/>
          <p:cNvSpPr>
            <a:spLocks noGrp="1"/>
          </p:cNvSpPr>
          <p:nvPr>
            <p:ph type="body"/>
          </p:nvPr>
        </p:nvSpPr>
        <p:spPr>
          <a:xfrm>
            <a:off x="3239640" y="120348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78" name="PlaceHolder 4"/>
          <p:cNvSpPr>
            <a:spLocks noGrp="1"/>
          </p:cNvSpPr>
          <p:nvPr>
            <p:ph type="body"/>
          </p:nvPr>
        </p:nvSpPr>
        <p:spPr>
          <a:xfrm>
            <a:off x="6022080" y="120348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79" name="PlaceHolder 5"/>
          <p:cNvSpPr>
            <a:spLocks noGrp="1"/>
          </p:cNvSpPr>
          <p:nvPr>
            <p:ph type="body"/>
          </p:nvPr>
        </p:nvSpPr>
        <p:spPr>
          <a:xfrm>
            <a:off x="457200" y="276192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80" name="PlaceHolder 6"/>
          <p:cNvSpPr>
            <a:spLocks noGrp="1"/>
          </p:cNvSpPr>
          <p:nvPr>
            <p:ph type="body"/>
          </p:nvPr>
        </p:nvSpPr>
        <p:spPr>
          <a:xfrm>
            <a:off x="3239640" y="276192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181" name="PlaceHolder 7"/>
          <p:cNvSpPr>
            <a:spLocks noGrp="1"/>
          </p:cNvSpPr>
          <p:nvPr>
            <p:ph type="body"/>
          </p:nvPr>
        </p:nvSpPr>
        <p:spPr>
          <a:xfrm>
            <a:off x="6022080" y="276192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4"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245" name="PlaceHolder 2"/>
          <p:cNvSpPr>
            <a:spLocks noGrp="1"/>
          </p:cNvSpPr>
          <p:nvPr>
            <p:ph type="subTitle"/>
          </p:nvPr>
        </p:nvSpPr>
        <p:spPr>
          <a:xfrm>
            <a:off x="457200" y="1203480"/>
            <a:ext cx="8229240" cy="2982960"/>
          </a:xfrm>
          <a:prstGeom prst="rect">
            <a:avLst/>
          </a:prstGeom>
        </p:spPr>
        <p:txBody>
          <a:bodyPr lIns="0" rIns="0" tIns="0" bIns="0" anchor="ctr">
            <a:noAutofit/>
          </a:bodyPr>
          <a:p>
            <a:pPr algn="ctr"/>
            <a:endParaRPr b="0" lang="en-GB"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6"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247" name="PlaceHolder 2"/>
          <p:cNvSpPr>
            <a:spLocks noGrp="1"/>
          </p:cNvSpPr>
          <p:nvPr>
            <p:ph type="body"/>
          </p:nvPr>
        </p:nvSpPr>
        <p:spPr>
          <a:xfrm>
            <a:off x="457200" y="1203480"/>
            <a:ext cx="8229240" cy="298296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8"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249" name="PlaceHolder 2"/>
          <p:cNvSpPr>
            <a:spLocks noGrp="1"/>
          </p:cNvSpPr>
          <p:nvPr>
            <p:ph type="body"/>
          </p:nvPr>
        </p:nvSpPr>
        <p:spPr>
          <a:xfrm>
            <a:off x="45720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50" name="PlaceHolder 3"/>
          <p:cNvSpPr>
            <a:spLocks noGrp="1"/>
          </p:cNvSpPr>
          <p:nvPr>
            <p:ph type="body"/>
          </p:nvPr>
        </p:nvSpPr>
        <p:spPr>
          <a:xfrm>
            <a:off x="467424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51"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52" name="PlaceHolder 1"/>
          <p:cNvSpPr>
            <a:spLocks noGrp="1"/>
          </p:cNvSpPr>
          <p:nvPr>
            <p:ph type="subTitle"/>
          </p:nvPr>
        </p:nvSpPr>
        <p:spPr>
          <a:xfrm>
            <a:off x="457200" y="205200"/>
            <a:ext cx="8229240" cy="3981240"/>
          </a:xfrm>
          <a:prstGeom prst="rect">
            <a:avLst/>
          </a:prstGeom>
        </p:spPr>
        <p:txBody>
          <a:bodyPr lIns="0" rIns="0" tIns="0" bIns="0" anchor="ctr">
            <a:noAutofit/>
          </a:bodyPr>
          <a:p>
            <a:pPr algn="ctr"/>
            <a:endParaRPr b="0" lang="en-GB"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254"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55" name="PlaceHolder 3"/>
          <p:cNvSpPr>
            <a:spLocks noGrp="1"/>
          </p:cNvSpPr>
          <p:nvPr>
            <p:ph type="body"/>
          </p:nvPr>
        </p:nvSpPr>
        <p:spPr>
          <a:xfrm>
            <a:off x="467424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56" name="PlaceHolder 4"/>
          <p:cNvSpPr>
            <a:spLocks noGrp="1"/>
          </p:cNvSpPr>
          <p:nvPr>
            <p:ph type="body"/>
          </p:nvPr>
        </p:nvSpPr>
        <p:spPr>
          <a:xfrm>
            <a:off x="45720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7"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258" name="PlaceHolder 2"/>
          <p:cNvSpPr>
            <a:spLocks noGrp="1"/>
          </p:cNvSpPr>
          <p:nvPr>
            <p:ph type="body"/>
          </p:nvPr>
        </p:nvSpPr>
        <p:spPr>
          <a:xfrm>
            <a:off x="45720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59"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60" name="PlaceHolder 4"/>
          <p:cNvSpPr>
            <a:spLocks noGrp="1"/>
          </p:cNvSpPr>
          <p:nvPr>
            <p:ph type="body"/>
          </p:nvPr>
        </p:nvSpPr>
        <p:spPr>
          <a:xfrm>
            <a:off x="467424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262"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63"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64" name="PlaceHolder 4"/>
          <p:cNvSpPr>
            <a:spLocks noGrp="1"/>
          </p:cNvSpPr>
          <p:nvPr>
            <p:ph type="body"/>
          </p:nvPr>
        </p:nvSpPr>
        <p:spPr>
          <a:xfrm>
            <a:off x="457200" y="2761920"/>
            <a:ext cx="822924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5"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266" name="PlaceHolder 2"/>
          <p:cNvSpPr>
            <a:spLocks noGrp="1"/>
          </p:cNvSpPr>
          <p:nvPr>
            <p:ph type="body"/>
          </p:nvPr>
        </p:nvSpPr>
        <p:spPr>
          <a:xfrm>
            <a:off x="457200" y="1203480"/>
            <a:ext cx="822924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67" name="PlaceHolder 3"/>
          <p:cNvSpPr>
            <a:spLocks noGrp="1"/>
          </p:cNvSpPr>
          <p:nvPr>
            <p:ph type="body"/>
          </p:nvPr>
        </p:nvSpPr>
        <p:spPr>
          <a:xfrm>
            <a:off x="457200" y="2761920"/>
            <a:ext cx="822924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8"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269"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70"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71" name="PlaceHolder 4"/>
          <p:cNvSpPr>
            <a:spLocks noGrp="1"/>
          </p:cNvSpPr>
          <p:nvPr>
            <p:ph type="body"/>
          </p:nvPr>
        </p:nvSpPr>
        <p:spPr>
          <a:xfrm>
            <a:off x="45720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72" name="PlaceHolder 5"/>
          <p:cNvSpPr>
            <a:spLocks noGrp="1"/>
          </p:cNvSpPr>
          <p:nvPr>
            <p:ph type="body"/>
          </p:nvPr>
        </p:nvSpPr>
        <p:spPr>
          <a:xfrm>
            <a:off x="467424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73"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274" name="PlaceHolder 2"/>
          <p:cNvSpPr>
            <a:spLocks noGrp="1"/>
          </p:cNvSpPr>
          <p:nvPr>
            <p:ph type="body"/>
          </p:nvPr>
        </p:nvSpPr>
        <p:spPr>
          <a:xfrm>
            <a:off x="457200" y="120348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75" name="PlaceHolder 3"/>
          <p:cNvSpPr>
            <a:spLocks noGrp="1"/>
          </p:cNvSpPr>
          <p:nvPr>
            <p:ph type="body"/>
          </p:nvPr>
        </p:nvSpPr>
        <p:spPr>
          <a:xfrm>
            <a:off x="3239640" y="120348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76" name="PlaceHolder 4"/>
          <p:cNvSpPr>
            <a:spLocks noGrp="1"/>
          </p:cNvSpPr>
          <p:nvPr>
            <p:ph type="body"/>
          </p:nvPr>
        </p:nvSpPr>
        <p:spPr>
          <a:xfrm>
            <a:off x="6022080" y="120348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77" name="PlaceHolder 5"/>
          <p:cNvSpPr>
            <a:spLocks noGrp="1"/>
          </p:cNvSpPr>
          <p:nvPr>
            <p:ph type="body"/>
          </p:nvPr>
        </p:nvSpPr>
        <p:spPr>
          <a:xfrm>
            <a:off x="457200" y="276192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78" name="PlaceHolder 6"/>
          <p:cNvSpPr>
            <a:spLocks noGrp="1"/>
          </p:cNvSpPr>
          <p:nvPr>
            <p:ph type="body"/>
          </p:nvPr>
        </p:nvSpPr>
        <p:spPr>
          <a:xfrm>
            <a:off x="3239640" y="276192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279" name="PlaceHolder 7"/>
          <p:cNvSpPr>
            <a:spLocks noGrp="1"/>
          </p:cNvSpPr>
          <p:nvPr>
            <p:ph type="body"/>
          </p:nvPr>
        </p:nvSpPr>
        <p:spPr>
          <a:xfrm>
            <a:off x="6022080" y="276192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24"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325" name="PlaceHolder 2"/>
          <p:cNvSpPr>
            <a:spLocks noGrp="1"/>
          </p:cNvSpPr>
          <p:nvPr>
            <p:ph type="subTitle"/>
          </p:nvPr>
        </p:nvSpPr>
        <p:spPr>
          <a:xfrm>
            <a:off x="457200" y="1203480"/>
            <a:ext cx="8229240" cy="2982960"/>
          </a:xfrm>
          <a:prstGeom prst="rect">
            <a:avLst/>
          </a:prstGeom>
        </p:spPr>
        <p:txBody>
          <a:bodyPr lIns="0" rIns="0" tIns="0" bIns="0" anchor="ctr">
            <a:noAutofit/>
          </a:bodyPr>
          <a:p>
            <a:pPr algn="ctr"/>
            <a:endParaRPr b="0" lang="en-GB"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26"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327" name="PlaceHolder 2"/>
          <p:cNvSpPr>
            <a:spLocks noGrp="1"/>
          </p:cNvSpPr>
          <p:nvPr>
            <p:ph type="body"/>
          </p:nvPr>
        </p:nvSpPr>
        <p:spPr>
          <a:xfrm>
            <a:off x="457200" y="1203480"/>
            <a:ext cx="8229240" cy="298296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28"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329" name="PlaceHolder 2"/>
          <p:cNvSpPr>
            <a:spLocks noGrp="1"/>
          </p:cNvSpPr>
          <p:nvPr>
            <p:ph type="body"/>
          </p:nvPr>
        </p:nvSpPr>
        <p:spPr>
          <a:xfrm>
            <a:off x="45720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30" name="PlaceHolder 3"/>
          <p:cNvSpPr>
            <a:spLocks noGrp="1"/>
          </p:cNvSpPr>
          <p:nvPr>
            <p:ph type="body"/>
          </p:nvPr>
        </p:nvSpPr>
        <p:spPr>
          <a:xfrm>
            <a:off x="467424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31"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32" name="PlaceHolder 1"/>
          <p:cNvSpPr>
            <a:spLocks noGrp="1"/>
          </p:cNvSpPr>
          <p:nvPr>
            <p:ph type="subTitle"/>
          </p:nvPr>
        </p:nvSpPr>
        <p:spPr>
          <a:xfrm>
            <a:off x="457200" y="205200"/>
            <a:ext cx="8229240" cy="3981240"/>
          </a:xfrm>
          <a:prstGeom prst="rect">
            <a:avLst/>
          </a:prstGeom>
        </p:spPr>
        <p:txBody>
          <a:bodyPr lIns="0" rIns="0" tIns="0" bIns="0" anchor="ctr">
            <a:noAutofit/>
          </a:bodyPr>
          <a:p>
            <a:pPr algn="ctr"/>
            <a:endParaRPr b="0" lang="en-GB"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33"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334"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35" name="PlaceHolder 3"/>
          <p:cNvSpPr>
            <a:spLocks noGrp="1"/>
          </p:cNvSpPr>
          <p:nvPr>
            <p:ph type="body"/>
          </p:nvPr>
        </p:nvSpPr>
        <p:spPr>
          <a:xfrm>
            <a:off x="467424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36" name="PlaceHolder 4"/>
          <p:cNvSpPr>
            <a:spLocks noGrp="1"/>
          </p:cNvSpPr>
          <p:nvPr>
            <p:ph type="body"/>
          </p:nvPr>
        </p:nvSpPr>
        <p:spPr>
          <a:xfrm>
            <a:off x="45720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37"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338" name="PlaceHolder 2"/>
          <p:cNvSpPr>
            <a:spLocks noGrp="1"/>
          </p:cNvSpPr>
          <p:nvPr>
            <p:ph type="body"/>
          </p:nvPr>
        </p:nvSpPr>
        <p:spPr>
          <a:xfrm>
            <a:off x="45720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39"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40" name="PlaceHolder 4"/>
          <p:cNvSpPr>
            <a:spLocks noGrp="1"/>
          </p:cNvSpPr>
          <p:nvPr>
            <p:ph type="body"/>
          </p:nvPr>
        </p:nvSpPr>
        <p:spPr>
          <a:xfrm>
            <a:off x="467424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41"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342"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43"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44" name="PlaceHolder 4"/>
          <p:cNvSpPr>
            <a:spLocks noGrp="1"/>
          </p:cNvSpPr>
          <p:nvPr>
            <p:ph type="body"/>
          </p:nvPr>
        </p:nvSpPr>
        <p:spPr>
          <a:xfrm>
            <a:off x="457200" y="2761920"/>
            <a:ext cx="822924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45"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346" name="PlaceHolder 2"/>
          <p:cNvSpPr>
            <a:spLocks noGrp="1"/>
          </p:cNvSpPr>
          <p:nvPr>
            <p:ph type="body"/>
          </p:nvPr>
        </p:nvSpPr>
        <p:spPr>
          <a:xfrm>
            <a:off x="457200" y="1203480"/>
            <a:ext cx="822924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47" name="PlaceHolder 3"/>
          <p:cNvSpPr>
            <a:spLocks noGrp="1"/>
          </p:cNvSpPr>
          <p:nvPr>
            <p:ph type="body"/>
          </p:nvPr>
        </p:nvSpPr>
        <p:spPr>
          <a:xfrm>
            <a:off x="457200" y="2761920"/>
            <a:ext cx="822924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8"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349"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50"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51" name="PlaceHolder 4"/>
          <p:cNvSpPr>
            <a:spLocks noGrp="1"/>
          </p:cNvSpPr>
          <p:nvPr>
            <p:ph type="body"/>
          </p:nvPr>
        </p:nvSpPr>
        <p:spPr>
          <a:xfrm>
            <a:off x="45720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52" name="PlaceHolder 5"/>
          <p:cNvSpPr>
            <a:spLocks noGrp="1"/>
          </p:cNvSpPr>
          <p:nvPr>
            <p:ph type="body"/>
          </p:nvPr>
        </p:nvSpPr>
        <p:spPr>
          <a:xfrm>
            <a:off x="467424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3"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354" name="PlaceHolder 2"/>
          <p:cNvSpPr>
            <a:spLocks noGrp="1"/>
          </p:cNvSpPr>
          <p:nvPr>
            <p:ph type="body"/>
          </p:nvPr>
        </p:nvSpPr>
        <p:spPr>
          <a:xfrm>
            <a:off x="457200" y="120348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55" name="PlaceHolder 3"/>
          <p:cNvSpPr>
            <a:spLocks noGrp="1"/>
          </p:cNvSpPr>
          <p:nvPr>
            <p:ph type="body"/>
          </p:nvPr>
        </p:nvSpPr>
        <p:spPr>
          <a:xfrm>
            <a:off x="3239640" y="120348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56" name="PlaceHolder 4"/>
          <p:cNvSpPr>
            <a:spLocks noGrp="1"/>
          </p:cNvSpPr>
          <p:nvPr>
            <p:ph type="body"/>
          </p:nvPr>
        </p:nvSpPr>
        <p:spPr>
          <a:xfrm>
            <a:off x="6022080" y="120348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57" name="PlaceHolder 5"/>
          <p:cNvSpPr>
            <a:spLocks noGrp="1"/>
          </p:cNvSpPr>
          <p:nvPr>
            <p:ph type="body"/>
          </p:nvPr>
        </p:nvSpPr>
        <p:spPr>
          <a:xfrm>
            <a:off x="457200" y="276192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58" name="PlaceHolder 6"/>
          <p:cNvSpPr>
            <a:spLocks noGrp="1"/>
          </p:cNvSpPr>
          <p:nvPr>
            <p:ph type="body"/>
          </p:nvPr>
        </p:nvSpPr>
        <p:spPr>
          <a:xfrm>
            <a:off x="3239640" y="276192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359" name="PlaceHolder 7"/>
          <p:cNvSpPr>
            <a:spLocks noGrp="1"/>
          </p:cNvSpPr>
          <p:nvPr>
            <p:ph type="body"/>
          </p:nvPr>
        </p:nvSpPr>
        <p:spPr>
          <a:xfrm>
            <a:off x="6022080" y="276192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20"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421" name="PlaceHolder 2"/>
          <p:cNvSpPr>
            <a:spLocks noGrp="1"/>
          </p:cNvSpPr>
          <p:nvPr>
            <p:ph type="subTitle"/>
          </p:nvPr>
        </p:nvSpPr>
        <p:spPr>
          <a:xfrm>
            <a:off x="457200" y="1203480"/>
            <a:ext cx="8229240" cy="2982960"/>
          </a:xfrm>
          <a:prstGeom prst="rect">
            <a:avLst/>
          </a:prstGeom>
        </p:spPr>
        <p:txBody>
          <a:bodyPr lIns="0" rIns="0" tIns="0" bIns="0" anchor="ctr">
            <a:noAutofit/>
          </a:bodyPr>
          <a:p>
            <a:pPr algn="ctr"/>
            <a:endParaRPr b="0" lang="en-GB"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2"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423" name="PlaceHolder 2"/>
          <p:cNvSpPr>
            <a:spLocks noGrp="1"/>
          </p:cNvSpPr>
          <p:nvPr>
            <p:ph type="body"/>
          </p:nvPr>
        </p:nvSpPr>
        <p:spPr>
          <a:xfrm>
            <a:off x="457200" y="1203480"/>
            <a:ext cx="8229240" cy="298296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24"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425" name="PlaceHolder 2"/>
          <p:cNvSpPr>
            <a:spLocks noGrp="1"/>
          </p:cNvSpPr>
          <p:nvPr>
            <p:ph type="body"/>
          </p:nvPr>
        </p:nvSpPr>
        <p:spPr>
          <a:xfrm>
            <a:off x="45720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26" name="PlaceHolder 3"/>
          <p:cNvSpPr>
            <a:spLocks noGrp="1"/>
          </p:cNvSpPr>
          <p:nvPr>
            <p:ph type="body"/>
          </p:nvPr>
        </p:nvSpPr>
        <p:spPr>
          <a:xfrm>
            <a:off x="467424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27"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28" name="PlaceHolder 1"/>
          <p:cNvSpPr>
            <a:spLocks noGrp="1"/>
          </p:cNvSpPr>
          <p:nvPr>
            <p:ph type="subTitle"/>
          </p:nvPr>
        </p:nvSpPr>
        <p:spPr>
          <a:xfrm>
            <a:off x="457200" y="205200"/>
            <a:ext cx="8229240" cy="3981240"/>
          </a:xfrm>
          <a:prstGeom prst="rect">
            <a:avLst/>
          </a:prstGeom>
        </p:spPr>
        <p:txBody>
          <a:bodyPr lIns="0" rIns="0" tIns="0" bIns="0" anchor="ctr">
            <a:noAutofit/>
          </a:bodyPr>
          <a:p>
            <a:pPr algn="ctr"/>
            <a:endParaRPr b="0" lang="en-GB"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29"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430"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31" name="PlaceHolder 3"/>
          <p:cNvSpPr>
            <a:spLocks noGrp="1"/>
          </p:cNvSpPr>
          <p:nvPr>
            <p:ph type="body"/>
          </p:nvPr>
        </p:nvSpPr>
        <p:spPr>
          <a:xfrm>
            <a:off x="467424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32" name="PlaceHolder 4"/>
          <p:cNvSpPr>
            <a:spLocks noGrp="1"/>
          </p:cNvSpPr>
          <p:nvPr>
            <p:ph type="body"/>
          </p:nvPr>
        </p:nvSpPr>
        <p:spPr>
          <a:xfrm>
            <a:off x="45720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33"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434" name="PlaceHolder 2"/>
          <p:cNvSpPr>
            <a:spLocks noGrp="1"/>
          </p:cNvSpPr>
          <p:nvPr>
            <p:ph type="body"/>
          </p:nvPr>
        </p:nvSpPr>
        <p:spPr>
          <a:xfrm>
            <a:off x="457200" y="1203480"/>
            <a:ext cx="4015800" cy="298296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35"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36" name="PlaceHolder 4"/>
          <p:cNvSpPr>
            <a:spLocks noGrp="1"/>
          </p:cNvSpPr>
          <p:nvPr>
            <p:ph type="body"/>
          </p:nvPr>
        </p:nvSpPr>
        <p:spPr>
          <a:xfrm>
            <a:off x="467424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37"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438"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39"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40" name="PlaceHolder 4"/>
          <p:cNvSpPr>
            <a:spLocks noGrp="1"/>
          </p:cNvSpPr>
          <p:nvPr>
            <p:ph type="body"/>
          </p:nvPr>
        </p:nvSpPr>
        <p:spPr>
          <a:xfrm>
            <a:off x="457200" y="2761920"/>
            <a:ext cx="822924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41"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442" name="PlaceHolder 2"/>
          <p:cNvSpPr>
            <a:spLocks noGrp="1"/>
          </p:cNvSpPr>
          <p:nvPr>
            <p:ph type="body"/>
          </p:nvPr>
        </p:nvSpPr>
        <p:spPr>
          <a:xfrm>
            <a:off x="457200" y="1203480"/>
            <a:ext cx="822924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43" name="PlaceHolder 3"/>
          <p:cNvSpPr>
            <a:spLocks noGrp="1"/>
          </p:cNvSpPr>
          <p:nvPr>
            <p:ph type="body"/>
          </p:nvPr>
        </p:nvSpPr>
        <p:spPr>
          <a:xfrm>
            <a:off x="457200" y="2761920"/>
            <a:ext cx="822924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44"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445"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46"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47" name="PlaceHolder 4"/>
          <p:cNvSpPr>
            <a:spLocks noGrp="1"/>
          </p:cNvSpPr>
          <p:nvPr>
            <p:ph type="body"/>
          </p:nvPr>
        </p:nvSpPr>
        <p:spPr>
          <a:xfrm>
            <a:off x="45720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48" name="PlaceHolder 5"/>
          <p:cNvSpPr>
            <a:spLocks noGrp="1"/>
          </p:cNvSpPr>
          <p:nvPr>
            <p:ph type="body"/>
          </p:nvPr>
        </p:nvSpPr>
        <p:spPr>
          <a:xfrm>
            <a:off x="4674240" y="2761920"/>
            <a:ext cx="40158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49" name="PlaceHolder 1"/>
          <p:cNvSpPr>
            <a:spLocks noGrp="1"/>
          </p:cNvSpPr>
          <p:nvPr>
            <p:ph type="title"/>
          </p:nvPr>
        </p:nvSpPr>
        <p:spPr>
          <a:xfrm>
            <a:off x="457200" y="205200"/>
            <a:ext cx="8229240" cy="858600"/>
          </a:xfrm>
          <a:prstGeom prst="rect">
            <a:avLst/>
          </a:prstGeom>
        </p:spPr>
        <p:txBody>
          <a:bodyPr lIns="0" rIns="0" tIns="0" bIns="0" anchor="ctr">
            <a:noAutofit/>
          </a:bodyPr>
          <a:p>
            <a:endParaRPr b="0" lang="en-US" sz="2700" spc="-1" strike="noStrike">
              <a:solidFill>
                <a:srgbClr val="000000"/>
              </a:solidFill>
              <a:latin typeface="Arial"/>
            </a:endParaRPr>
          </a:p>
        </p:txBody>
      </p:sp>
      <p:sp>
        <p:nvSpPr>
          <p:cNvPr id="450" name="PlaceHolder 2"/>
          <p:cNvSpPr>
            <a:spLocks noGrp="1"/>
          </p:cNvSpPr>
          <p:nvPr>
            <p:ph type="body"/>
          </p:nvPr>
        </p:nvSpPr>
        <p:spPr>
          <a:xfrm>
            <a:off x="457200" y="120348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51" name="PlaceHolder 3"/>
          <p:cNvSpPr>
            <a:spLocks noGrp="1"/>
          </p:cNvSpPr>
          <p:nvPr>
            <p:ph type="body"/>
          </p:nvPr>
        </p:nvSpPr>
        <p:spPr>
          <a:xfrm>
            <a:off x="3239640" y="120348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52" name="PlaceHolder 4"/>
          <p:cNvSpPr>
            <a:spLocks noGrp="1"/>
          </p:cNvSpPr>
          <p:nvPr>
            <p:ph type="body"/>
          </p:nvPr>
        </p:nvSpPr>
        <p:spPr>
          <a:xfrm>
            <a:off x="6022080" y="120348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53" name="PlaceHolder 5"/>
          <p:cNvSpPr>
            <a:spLocks noGrp="1"/>
          </p:cNvSpPr>
          <p:nvPr>
            <p:ph type="body"/>
          </p:nvPr>
        </p:nvSpPr>
        <p:spPr>
          <a:xfrm>
            <a:off x="457200" y="276192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54" name="PlaceHolder 6"/>
          <p:cNvSpPr>
            <a:spLocks noGrp="1"/>
          </p:cNvSpPr>
          <p:nvPr>
            <p:ph type="body"/>
          </p:nvPr>
        </p:nvSpPr>
        <p:spPr>
          <a:xfrm>
            <a:off x="3239640" y="276192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
        <p:nvSpPr>
          <p:cNvPr id="455" name="PlaceHolder 7"/>
          <p:cNvSpPr>
            <a:spLocks noGrp="1"/>
          </p:cNvSpPr>
          <p:nvPr>
            <p:ph type="body"/>
          </p:nvPr>
        </p:nvSpPr>
        <p:spPr>
          <a:xfrm>
            <a:off x="6022080" y="2761920"/>
            <a:ext cx="2649600" cy="1422720"/>
          </a:xfrm>
          <a:prstGeom prst="rect">
            <a:avLst/>
          </a:prstGeom>
        </p:spPr>
        <p:txBody>
          <a:bodyPr lIns="0" rIns="0" tIns="0" bIns="0">
            <a:normAutofit/>
          </a:bodyPr>
          <a:p>
            <a:endParaRPr b="0" lang="en-US" sz="1350" spc="-1" strike="noStrike">
              <a:solidFill>
                <a:srgbClr val="404040"/>
              </a:solidFill>
              <a:latin typeface="Century Gothic"/>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jpeg"/><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927e9"/>
        </a:solidFill>
      </p:bgPr>
    </p:bg>
    <p:spTree>
      <p:nvGrpSpPr>
        <p:cNvPr id="1" name=""/>
        <p:cNvGrpSpPr/>
        <p:nvPr/>
      </p:nvGrpSpPr>
      <p:grpSpPr>
        <a:xfrm>
          <a:off x="0" y="0"/>
          <a:ext cx="0" cy="0"/>
          <a:chOff x="0" y="0"/>
          <a:chExt cx="0" cy="0"/>
        </a:xfrm>
      </p:grpSpPr>
      <p:grpSp>
        <p:nvGrpSpPr>
          <p:cNvPr id="0" name="Group 1"/>
          <p:cNvGrpSpPr/>
          <p:nvPr/>
        </p:nvGrpSpPr>
        <p:grpSpPr>
          <a:xfrm>
            <a:off x="0" y="171360"/>
            <a:ext cx="2138040" cy="4978800"/>
            <a:chOff x="0" y="171360"/>
            <a:chExt cx="2138040" cy="4978800"/>
          </a:xfrm>
        </p:grpSpPr>
        <p:sp>
          <p:nvSpPr>
            <p:cNvPr id="1" name="CustomShape 2"/>
            <p:cNvSpPr/>
            <p:nvPr/>
          </p:nvSpPr>
          <p:spPr>
            <a:xfrm>
              <a:off x="0" y="1931400"/>
              <a:ext cx="75240" cy="469440"/>
            </a:xfrm>
            <a:custGeom>
              <a:avLst/>
              <a:gdLst/>
              <a:ahLst/>
              <a:rect l="l" t="t"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sp>
        <p:sp>
          <p:nvSpPr>
            <p:cNvPr id="2" name="CustomShape 3"/>
            <p:cNvSpPr/>
            <p:nvPr/>
          </p:nvSpPr>
          <p:spPr>
            <a:xfrm>
              <a:off x="96480" y="2367360"/>
              <a:ext cx="484560" cy="1741320"/>
            </a:xfrm>
            <a:custGeom>
              <a:avLst/>
              <a:gdLst/>
              <a:ahLst/>
              <a:rect l="l" t="t"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sp>
        <p:sp>
          <p:nvSpPr>
            <p:cNvPr id="3" name="CustomShape 4"/>
            <p:cNvSpPr/>
            <p:nvPr/>
          </p:nvSpPr>
          <p:spPr>
            <a:xfrm>
              <a:off x="605160" y="4085280"/>
              <a:ext cx="456840" cy="1064880"/>
            </a:xfrm>
            <a:custGeom>
              <a:avLst/>
              <a:gdLst/>
              <a:ahLst/>
              <a:rect l="l" t="t"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sp>
        <p:sp>
          <p:nvSpPr>
            <p:cNvPr id="4" name="CustomShape 5"/>
            <p:cNvSpPr/>
            <p:nvPr/>
          </p:nvSpPr>
          <p:spPr>
            <a:xfrm>
              <a:off x="720000" y="4878000"/>
              <a:ext cx="128160" cy="272160"/>
            </a:xfrm>
            <a:custGeom>
              <a:avLst/>
              <a:gdLst/>
              <a:ahLst/>
              <a:rect l="l" t="t"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sp>
        <p:sp>
          <p:nvSpPr>
            <p:cNvPr id="5" name="CustomShape 6"/>
            <p:cNvSpPr/>
            <p:nvPr/>
          </p:nvSpPr>
          <p:spPr>
            <a:xfrm>
              <a:off x="75600" y="2400840"/>
              <a:ext cx="615960" cy="2496240"/>
            </a:xfrm>
            <a:custGeom>
              <a:avLst/>
              <a:gdLst/>
              <a:ahLst/>
              <a:rect l="l" t="t"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sp>
        <p:sp>
          <p:nvSpPr>
            <p:cNvPr id="6" name="CustomShape 7"/>
            <p:cNvSpPr/>
            <p:nvPr/>
          </p:nvSpPr>
          <p:spPr>
            <a:xfrm>
              <a:off x="16920" y="171360"/>
              <a:ext cx="79200" cy="2195640"/>
            </a:xfrm>
            <a:custGeom>
              <a:avLst/>
              <a:gdLst/>
              <a:ahLst/>
              <a:rect l="l" t="t"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sp>
        <p:sp>
          <p:nvSpPr>
            <p:cNvPr id="7" name="CustomShape 8"/>
            <p:cNvSpPr/>
            <p:nvPr/>
          </p:nvSpPr>
          <p:spPr>
            <a:xfrm>
              <a:off x="58680" y="2207880"/>
              <a:ext cx="58320" cy="370080"/>
            </a:xfrm>
            <a:custGeom>
              <a:avLst/>
              <a:gdLst/>
              <a:ahLst/>
              <a:rect l="l" t="t"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sp>
        <p:sp>
          <p:nvSpPr>
            <p:cNvPr id="8" name="CustomShape 9"/>
            <p:cNvSpPr/>
            <p:nvPr/>
          </p:nvSpPr>
          <p:spPr>
            <a:xfrm>
              <a:off x="577440" y="4109040"/>
              <a:ext cx="142200" cy="768600"/>
            </a:xfrm>
            <a:custGeom>
              <a:avLst/>
              <a:gdLst/>
              <a:ahLst/>
              <a:rect l="l" t="t"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sp>
        <p:sp>
          <p:nvSpPr>
            <p:cNvPr id="9" name="CustomShape 10"/>
            <p:cNvSpPr/>
            <p:nvPr/>
          </p:nvSpPr>
          <p:spPr>
            <a:xfrm>
              <a:off x="581400" y="1049400"/>
              <a:ext cx="1556640" cy="3035520"/>
            </a:xfrm>
            <a:custGeom>
              <a:avLst/>
              <a:gdLst/>
              <a:ahLst/>
              <a:rect l="l" t="t"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sp>
        <p:sp>
          <p:nvSpPr>
            <p:cNvPr id="10" name="CustomShape 11"/>
            <p:cNvSpPr/>
            <p:nvPr/>
          </p:nvSpPr>
          <p:spPr>
            <a:xfrm>
              <a:off x="691920" y="4897440"/>
              <a:ext cx="121320" cy="252720"/>
            </a:xfrm>
            <a:custGeom>
              <a:avLst/>
              <a:gdLst/>
              <a:ahLst/>
              <a:rect l="l" t="t"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sp>
        <p:sp>
          <p:nvSpPr>
            <p:cNvPr id="11" name="CustomShape 12"/>
            <p:cNvSpPr/>
            <p:nvPr/>
          </p:nvSpPr>
          <p:spPr>
            <a:xfrm>
              <a:off x="577440" y="4019760"/>
              <a:ext cx="27720" cy="165960"/>
            </a:xfrm>
            <a:custGeom>
              <a:avLst/>
              <a:gdLst/>
              <a:ahLst/>
              <a:rect l="l" t="t"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sp>
        <p:sp>
          <p:nvSpPr>
            <p:cNvPr id="12" name="CustomShape 13"/>
            <p:cNvSpPr/>
            <p:nvPr/>
          </p:nvSpPr>
          <p:spPr>
            <a:xfrm>
              <a:off x="637560" y="4683600"/>
              <a:ext cx="178560" cy="466560"/>
            </a:xfrm>
            <a:custGeom>
              <a:avLst/>
              <a:gdLst/>
              <a:ahLst/>
              <a:rect l="l" t="t"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sp>
      </p:grpSp>
      <p:grpSp>
        <p:nvGrpSpPr>
          <p:cNvPr id="13" name="Group 14"/>
          <p:cNvGrpSpPr/>
          <p:nvPr/>
        </p:nvGrpSpPr>
        <p:grpSpPr>
          <a:xfrm>
            <a:off x="20520" y="0"/>
            <a:ext cx="1767240" cy="5139720"/>
            <a:chOff x="20520" y="0"/>
            <a:chExt cx="1767240" cy="5139720"/>
          </a:xfrm>
        </p:grpSpPr>
        <p:sp>
          <p:nvSpPr>
            <p:cNvPr id="14" name="CustomShape 15"/>
            <p:cNvSpPr/>
            <p:nvPr/>
          </p:nvSpPr>
          <p:spPr>
            <a:xfrm>
              <a:off x="20520" y="0"/>
              <a:ext cx="370440" cy="3300480"/>
            </a:xfrm>
            <a:custGeom>
              <a:avLst/>
              <a:gdLst/>
              <a:ahLst/>
              <a:rect l="l" t="t"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sp>
        <p:sp>
          <p:nvSpPr>
            <p:cNvPr id="15" name="CustomShape 16"/>
            <p:cNvSpPr/>
            <p:nvPr/>
          </p:nvSpPr>
          <p:spPr>
            <a:xfrm>
              <a:off x="412560" y="3237480"/>
              <a:ext cx="317160" cy="1185120"/>
            </a:xfrm>
            <a:custGeom>
              <a:avLst/>
              <a:gdLst/>
              <a:ahLst/>
              <a:rect l="l" t="t"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sp>
        <p:sp>
          <p:nvSpPr>
            <p:cNvPr id="16" name="CustomShape 17"/>
            <p:cNvSpPr/>
            <p:nvPr/>
          </p:nvSpPr>
          <p:spPr>
            <a:xfrm>
              <a:off x="754560" y="4397040"/>
              <a:ext cx="322920" cy="742680"/>
            </a:xfrm>
            <a:custGeom>
              <a:avLst/>
              <a:gdLst/>
              <a:ahLst/>
              <a:rect l="l" t="t"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sp>
        <p:sp>
          <p:nvSpPr>
            <p:cNvPr id="17" name="CustomShape 18"/>
            <p:cNvSpPr/>
            <p:nvPr/>
          </p:nvSpPr>
          <p:spPr>
            <a:xfrm>
              <a:off x="391320" y="3273120"/>
              <a:ext cx="413640" cy="1676520"/>
            </a:xfrm>
            <a:custGeom>
              <a:avLst/>
              <a:gdLst/>
              <a:ahLst/>
              <a:rect l="l" t="t"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sp>
        <p:sp>
          <p:nvSpPr>
            <p:cNvPr id="18" name="CustomShape 19"/>
            <p:cNvSpPr/>
            <p:nvPr/>
          </p:nvSpPr>
          <p:spPr>
            <a:xfrm>
              <a:off x="351000" y="966960"/>
              <a:ext cx="130320" cy="2270160"/>
            </a:xfrm>
            <a:custGeom>
              <a:avLst/>
              <a:gdLst/>
              <a:ahLst/>
              <a:rect l="l" t="t"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sp>
        <p:sp>
          <p:nvSpPr>
            <p:cNvPr id="19" name="CustomShape 20"/>
            <p:cNvSpPr/>
            <p:nvPr/>
          </p:nvSpPr>
          <p:spPr>
            <a:xfrm>
              <a:off x="833760" y="4928760"/>
              <a:ext cx="100080" cy="210960"/>
            </a:xfrm>
            <a:custGeom>
              <a:avLst/>
              <a:gdLst/>
              <a:ahLst/>
              <a:rect l="l" t="t"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sp>
        <p:sp>
          <p:nvSpPr>
            <p:cNvPr id="20" name="CustomShape 21"/>
            <p:cNvSpPr/>
            <p:nvPr/>
          </p:nvSpPr>
          <p:spPr>
            <a:xfrm>
              <a:off x="376920" y="3080880"/>
              <a:ext cx="61560" cy="383400"/>
            </a:xfrm>
            <a:custGeom>
              <a:avLst/>
              <a:gdLst/>
              <a:ahLst/>
              <a:rect l="l" t="t"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sp>
        <p:sp>
          <p:nvSpPr>
            <p:cNvPr id="21" name="CustomShape 22"/>
            <p:cNvSpPr/>
            <p:nvPr/>
          </p:nvSpPr>
          <p:spPr>
            <a:xfrm>
              <a:off x="730440" y="2359440"/>
              <a:ext cx="1057320" cy="2037240"/>
            </a:xfrm>
            <a:custGeom>
              <a:avLst/>
              <a:gdLst/>
              <a:ahLst/>
              <a:rect l="l" t="t"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sp>
        <p:sp>
          <p:nvSpPr>
            <p:cNvPr id="22" name="CustomShape 23"/>
            <p:cNvSpPr/>
            <p:nvPr/>
          </p:nvSpPr>
          <p:spPr>
            <a:xfrm>
              <a:off x="804960" y="4950360"/>
              <a:ext cx="90000" cy="189360"/>
            </a:xfrm>
            <a:custGeom>
              <a:avLst/>
              <a:gdLst/>
              <a:ahLst/>
              <a:rect l="l" t="t"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sp>
        <p:sp>
          <p:nvSpPr>
            <p:cNvPr id="23" name="CustomShape 24"/>
            <p:cNvSpPr/>
            <p:nvPr/>
          </p:nvSpPr>
          <p:spPr>
            <a:xfrm>
              <a:off x="730440" y="4422960"/>
              <a:ext cx="102960" cy="505440"/>
            </a:xfrm>
            <a:custGeom>
              <a:avLst/>
              <a:gdLst/>
              <a:ahLst/>
              <a:rect l="l" t="t"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sp>
        <p:sp>
          <p:nvSpPr>
            <p:cNvPr id="24" name="CustomShape 25"/>
            <p:cNvSpPr/>
            <p:nvPr/>
          </p:nvSpPr>
          <p:spPr>
            <a:xfrm>
              <a:off x="730440" y="4329360"/>
              <a:ext cx="28440" cy="170640"/>
            </a:xfrm>
            <a:custGeom>
              <a:avLst/>
              <a:gdLst/>
              <a:ahLst/>
              <a:rect l="l" t="t"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sp>
        <p:sp>
          <p:nvSpPr>
            <p:cNvPr id="25" name="CustomShape 26"/>
            <p:cNvSpPr/>
            <p:nvPr/>
          </p:nvSpPr>
          <p:spPr>
            <a:xfrm>
              <a:off x="754560" y="4741920"/>
              <a:ext cx="157680" cy="397800"/>
            </a:xfrm>
            <a:custGeom>
              <a:avLst/>
              <a:gdLst/>
              <a:ahLst/>
              <a:rect l="l" t="t"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sp>
      </p:grpSp>
      <p:sp>
        <p:nvSpPr>
          <p:cNvPr id="26" name="CustomShape 27" hidden="1"/>
          <p:cNvSpPr/>
          <p:nvPr/>
        </p:nvSpPr>
        <p:spPr>
          <a:xfrm>
            <a:off x="0" y="0"/>
            <a:ext cx="136800" cy="5143320"/>
          </a:xfrm>
          <a:prstGeom prst="rect">
            <a:avLst/>
          </a:prstGeom>
          <a:solidFill>
            <a:schemeClr val="tx2"/>
          </a:solidFill>
          <a:ln>
            <a:noFill/>
          </a:ln>
          <a:effectLst>
            <a:outerShdw blurRad="38100" dir="5400000" dist="25560" rotWithShape="0">
              <a:srgbClr val="000000">
                <a:alpha val="25000"/>
              </a:srgbClr>
            </a:outerShdw>
          </a:effectLst>
        </p:spPr>
        <p:style>
          <a:lnRef idx="1">
            <a:schemeClr val="accent1"/>
          </a:lnRef>
          <a:fillRef idx="3">
            <a:schemeClr val="accent1"/>
          </a:fillRef>
          <a:effectRef idx="2">
            <a:schemeClr val="accent1"/>
          </a:effectRef>
          <a:fontRef idx="minor"/>
        </p:style>
      </p:sp>
      <p:grpSp>
        <p:nvGrpSpPr>
          <p:cNvPr id="27" name="Group 28"/>
          <p:cNvGrpSpPr/>
          <p:nvPr/>
        </p:nvGrpSpPr>
        <p:grpSpPr>
          <a:xfrm>
            <a:off x="507960" y="4715280"/>
            <a:ext cx="339840" cy="180360"/>
            <a:chOff x="507960" y="4715280"/>
            <a:chExt cx="339840" cy="180360"/>
          </a:xfrm>
        </p:grpSpPr>
        <p:sp>
          <p:nvSpPr>
            <p:cNvPr id="28" name="CustomShape 29"/>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9" name="CustomShape 30"/>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30" name="CustomShape 31"/>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31" name="CustomShape 32"/>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32" name="CustomShape 33"/>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33" name="CustomShape 34"/>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34" name="CustomShape 35"/>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5" name="CustomShape 36"/>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6" name="CustomShape 37"/>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7" name="CustomShape 38"/>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38" name="CustomShape 39"/>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9" name="CustomShape 40"/>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40" name="CustomShape 41"/>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41" name="CustomShape 42"/>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42" name="Picture 2" descr=""/>
          <p:cNvPicPr/>
          <p:nvPr/>
        </p:nvPicPr>
        <p:blipFill>
          <a:blip r:embed="rId2"/>
          <a:stretch/>
        </p:blipFill>
        <p:spPr>
          <a:xfrm>
            <a:off x="0" y="0"/>
            <a:ext cx="9143640" cy="5143320"/>
          </a:xfrm>
          <a:prstGeom prst="rect">
            <a:avLst/>
          </a:prstGeom>
          <a:ln w="0">
            <a:noFill/>
          </a:ln>
        </p:spPr>
      </p:pic>
      <p:sp>
        <p:nvSpPr>
          <p:cNvPr id="43" name="PlaceHolder 43"/>
          <p:cNvSpPr>
            <a:spLocks noGrp="1"/>
          </p:cNvSpPr>
          <p:nvPr>
            <p:ph type="body"/>
          </p:nvPr>
        </p:nvSpPr>
        <p:spPr>
          <a:xfrm>
            <a:off x="469440" y="4049640"/>
            <a:ext cx="4318920" cy="287640"/>
          </a:xfrm>
          <a:prstGeom prst="rect">
            <a:avLst/>
          </a:prstGeom>
        </p:spPr>
        <p:txBody>
          <a:bodyPr>
            <a:noAutofit/>
          </a:bodyPr>
          <a:p>
            <a:pPr>
              <a:lnSpc>
                <a:spcPct val="100000"/>
              </a:lnSpc>
              <a:spcBef>
                <a:spcPts val="751"/>
              </a:spcBef>
              <a:tabLst>
                <a:tab algn="l" pos="0"/>
              </a:tabLst>
            </a:pPr>
            <a:r>
              <a:rPr b="0" lang="en-US" sz="1200" spc="-1" strike="noStrike">
                <a:solidFill>
                  <a:srgbClr val="b927e9"/>
                </a:solidFill>
                <a:latin typeface="Century Gothic"/>
              </a:rPr>
              <a:t>Click to edit Master text styles</a:t>
            </a:r>
            <a:endParaRPr b="0" lang="en-US" sz="1200" spc="-1" strike="noStrike">
              <a:solidFill>
                <a:srgbClr val="404040"/>
              </a:solidFill>
              <a:latin typeface="Century Gothic"/>
            </a:endParaRPr>
          </a:p>
        </p:txBody>
      </p:sp>
      <p:sp>
        <p:nvSpPr>
          <p:cNvPr id="44" name="PlaceHolder 44"/>
          <p:cNvSpPr>
            <a:spLocks noGrp="1"/>
          </p:cNvSpPr>
          <p:nvPr>
            <p:ph type="body"/>
          </p:nvPr>
        </p:nvSpPr>
        <p:spPr>
          <a:xfrm>
            <a:off x="469440" y="4289400"/>
            <a:ext cx="4318920" cy="287640"/>
          </a:xfrm>
          <a:prstGeom prst="rect">
            <a:avLst/>
          </a:prstGeom>
        </p:spPr>
        <p:txBody>
          <a:bodyPr>
            <a:noAutofit/>
          </a:bodyPr>
          <a:p>
            <a:pPr>
              <a:lnSpc>
                <a:spcPct val="100000"/>
              </a:lnSpc>
              <a:spcBef>
                <a:spcPts val="751"/>
              </a:spcBef>
              <a:tabLst>
                <a:tab algn="l" pos="0"/>
              </a:tabLst>
            </a:pPr>
            <a:r>
              <a:rPr b="0" lang="en-US" sz="1200" spc="-1" strike="noStrike">
                <a:solidFill>
                  <a:srgbClr val="b927e9"/>
                </a:solidFill>
                <a:latin typeface="Century Gothic"/>
              </a:rPr>
              <a:t>Click to edit Master text styles</a:t>
            </a:r>
            <a:endParaRPr b="0" lang="en-US" sz="1200" spc="-1" strike="noStrike">
              <a:solidFill>
                <a:srgbClr val="404040"/>
              </a:solidFill>
              <a:latin typeface="Century Gothic"/>
            </a:endParaRPr>
          </a:p>
        </p:txBody>
      </p:sp>
      <p:sp>
        <p:nvSpPr>
          <p:cNvPr id="45" name="PlaceHolder 45"/>
          <p:cNvSpPr>
            <a:spLocks noGrp="1"/>
          </p:cNvSpPr>
          <p:nvPr>
            <p:ph type="body"/>
          </p:nvPr>
        </p:nvSpPr>
        <p:spPr>
          <a:xfrm>
            <a:off x="463320" y="2872080"/>
            <a:ext cx="5924880" cy="298800"/>
          </a:xfrm>
          <a:prstGeom prst="rect">
            <a:avLst/>
          </a:prstGeom>
        </p:spPr>
        <p:txBody>
          <a:bodyPr>
            <a:noAutofit/>
          </a:bodyPr>
          <a:p>
            <a:pPr>
              <a:lnSpc>
                <a:spcPct val="100000"/>
              </a:lnSpc>
              <a:spcBef>
                <a:spcPts val="751"/>
              </a:spcBef>
              <a:tabLst>
                <a:tab algn="l" pos="0"/>
              </a:tabLst>
            </a:pPr>
            <a:r>
              <a:rPr b="0" lang="en-US" sz="2000" spc="-1" strike="noStrike">
                <a:solidFill>
                  <a:srgbClr val="cfe2e7"/>
                </a:solidFill>
                <a:latin typeface="Century Gothic"/>
              </a:rPr>
              <a:t>Click to edit Master text styles</a:t>
            </a:r>
            <a:endParaRPr b="0" lang="en-US" sz="2000" spc="-1" strike="noStrike">
              <a:solidFill>
                <a:srgbClr val="404040"/>
              </a:solidFill>
              <a:latin typeface="Century Gothic"/>
            </a:endParaRPr>
          </a:p>
        </p:txBody>
      </p:sp>
      <p:sp>
        <p:nvSpPr>
          <p:cNvPr id="46" name="PlaceHolder 46"/>
          <p:cNvSpPr>
            <a:spLocks noGrp="1"/>
          </p:cNvSpPr>
          <p:nvPr>
            <p:ph type="title"/>
          </p:nvPr>
        </p:nvSpPr>
        <p:spPr>
          <a:xfrm>
            <a:off x="425880" y="2300760"/>
            <a:ext cx="5955120" cy="644400"/>
          </a:xfrm>
          <a:prstGeom prst="rect">
            <a:avLst/>
          </a:prstGeom>
        </p:spPr>
        <p:txBody>
          <a:bodyPr anchor="b">
            <a:noAutofit/>
          </a:bodyPr>
          <a:p>
            <a:pPr>
              <a:lnSpc>
                <a:spcPct val="90000"/>
              </a:lnSpc>
              <a:tabLst>
                <a:tab algn="l" pos="0"/>
              </a:tabLst>
            </a:pPr>
            <a:r>
              <a:rPr b="0" lang="en-US" sz="3600" spc="-1" strike="noStrike">
                <a:solidFill>
                  <a:srgbClr val="38c6f4"/>
                </a:solidFill>
                <a:latin typeface="Century Gothic"/>
              </a:rPr>
              <a:t>Click to edit Master title style</a:t>
            </a:r>
            <a:endParaRPr b="0" lang="en-US" sz="3600" spc="-1" strike="noStrike">
              <a:solidFill>
                <a:srgbClr val="000000"/>
              </a:solidFill>
              <a:latin typeface="Arial"/>
            </a:endParaRPr>
          </a:p>
        </p:txBody>
      </p:sp>
      <p:grpSp>
        <p:nvGrpSpPr>
          <p:cNvPr id="47" name="Group 47"/>
          <p:cNvGrpSpPr/>
          <p:nvPr/>
        </p:nvGrpSpPr>
        <p:grpSpPr>
          <a:xfrm>
            <a:off x="492120" y="395280"/>
            <a:ext cx="796680" cy="423360"/>
            <a:chOff x="492120" y="395280"/>
            <a:chExt cx="796680" cy="423360"/>
          </a:xfrm>
        </p:grpSpPr>
        <p:sp>
          <p:nvSpPr>
            <p:cNvPr id="48" name="CustomShape 48"/>
            <p:cNvSpPr/>
            <p:nvPr/>
          </p:nvSpPr>
          <p:spPr>
            <a:xfrm>
              <a:off x="717480" y="676440"/>
              <a:ext cx="34560" cy="139320"/>
            </a:xfrm>
            <a:prstGeom prst="rect">
              <a:avLst/>
            </a:prstGeom>
            <a:solidFill>
              <a:schemeClr val="accent5"/>
            </a:solidFill>
            <a:ln w="0">
              <a:noFill/>
            </a:ln>
          </p:spPr>
          <p:style>
            <a:lnRef idx="0"/>
            <a:fillRef idx="0"/>
            <a:effectRef idx="0"/>
            <a:fontRef idx="minor"/>
          </p:style>
        </p:sp>
        <p:sp>
          <p:nvSpPr>
            <p:cNvPr id="49" name="CustomShape 49"/>
            <p:cNvSpPr/>
            <p:nvPr/>
          </p:nvSpPr>
          <p:spPr>
            <a:xfrm>
              <a:off x="928800" y="674640"/>
              <a:ext cx="104400" cy="1440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50" name="CustomShape 50"/>
            <p:cNvSpPr/>
            <p:nvPr/>
          </p:nvSpPr>
          <p:spPr>
            <a:xfrm>
              <a:off x="563400" y="674640"/>
              <a:ext cx="105840" cy="1440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51" name="CustomShape 51"/>
            <p:cNvSpPr/>
            <p:nvPr/>
          </p:nvSpPr>
          <p:spPr>
            <a:xfrm>
              <a:off x="1071720" y="674640"/>
              <a:ext cx="144000" cy="1440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52" name="CustomShape 52"/>
            <p:cNvSpPr/>
            <p:nvPr/>
          </p:nvSpPr>
          <p:spPr>
            <a:xfrm>
              <a:off x="798480" y="674640"/>
              <a:ext cx="95040" cy="1440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53" name="CustomShape 53"/>
            <p:cNvSpPr/>
            <p:nvPr/>
          </p:nvSpPr>
          <p:spPr>
            <a:xfrm>
              <a:off x="49212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54" name="CustomShape 54"/>
            <p:cNvSpPr/>
            <p:nvPr/>
          </p:nvSpPr>
          <p:spPr>
            <a:xfrm>
              <a:off x="58752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55" name="CustomShape 55"/>
            <p:cNvSpPr/>
            <p:nvPr/>
          </p:nvSpPr>
          <p:spPr>
            <a:xfrm>
              <a:off x="682560" y="395280"/>
              <a:ext cx="34560" cy="22032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56" name="CustomShape 56"/>
            <p:cNvSpPr/>
            <p:nvPr/>
          </p:nvSpPr>
          <p:spPr>
            <a:xfrm>
              <a:off x="77796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57" name="CustomShape 57"/>
            <p:cNvSpPr/>
            <p:nvPr/>
          </p:nvSpPr>
          <p:spPr>
            <a:xfrm>
              <a:off x="87300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58" name="CustomShape 58"/>
            <p:cNvSpPr/>
            <p:nvPr/>
          </p:nvSpPr>
          <p:spPr>
            <a:xfrm>
              <a:off x="96840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59" name="CustomShape 59"/>
            <p:cNvSpPr/>
            <p:nvPr/>
          </p:nvSpPr>
          <p:spPr>
            <a:xfrm>
              <a:off x="1063800" y="395280"/>
              <a:ext cx="34560" cy="22032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60" name="CustomShape 60"/>
            <p:cNvSpPr/>
            <p:nvPr/>
          </p:nvSpPr>
          <p:spPr>
            <a:xfrm>
              <a:off x="115884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61" name="CustomShape 61"/>
            <p:cNvSpPr/>
            <p:nvPr/>
          </p:nvSpPr>
          <p:spPr>
            <a:xfrm>
              <a:off x="1254240" y="509760"/>
              <a:ext cx="34560" cy="709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98" name="Group 1"/>
          <p:cNvGrpSpPr/>
          <p:nvPr/>
        </p:nvGrpSpPr>
        <p:grpSpPr>
          <a:xfrm>
            <a:off x="0" y="171360"/>
            <a:ext cx="2138040" cy="4978800"/>
            <a:chOff x="0" y="171360"/>
            <a:chExt cx="2138040" cy="4978800"/>
          </a:xfrm>
        </p:grpSpPr>
        <p:sp>
          <p:nvSpPr>
            <p:cNvPr id="99" name="CustomShape 2"/>
            <p:cNvSpPr/>
            <p:nvPr/>
          </p:nvSpPr>
          <p:spPr>
            <a:xfrm>
              <a:off x="0" y="1931400"/>
              <a:ext cx="75240" cy="469440"/>
            </a:xfrm>
            <a:custGeom>
              <a:avLst/>
              <a:gdLst/>
              <a:ahLst/>
              <a:rect l="l" t="t"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sp>
        <p:sp>
          <p:nvSpPr>
            <p:cNvPr id="100" name="CustomShape 3"/>
            <p:cNvSpPr/>
            <p:nvPr/>
          </p:nvSpPr>
          <p:spPr>
            <a:xfrm>
              <a:off x="96480" y="2367360"/>
              <a:ext cx="484560" cy="1741320"/>
            </a:xfrm>
            <a:custGeom>
              <a:avLst/>
              <a:gdLst/>
              <a:ahLst/>
              <a:rect l="l" t="t"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sp>
        <p:sp>
          <p:nvSpPr>
            <p:cNvPr id="101" name="CustomShape 4"/>
            <p:cNvSpPr/>
            <p:nvPr/>
          </p:nvSpPr>
          <p:spPr>
            <a:xfrm>
              <a:off x="605160" y="4085280"/>
              <a:ext cx="456840" cy="1064880"/>
            </a:xfrm>
            <a:custGeom>
              <a:avLst/>
              <a:gdLst/>
              <a:ahLst/>
              <a:rect l="l" t="t"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sp>
        <p:sp>
          <p:nvSpPr>
            <p:cNvPr id="102" name="CustomShape 5"/>
            <p:cNvSpPr/>
            <p:nvPr/>
          </p:nvSpPr>
          <p:spPr>
            <a:xfrm>
              <a:off x="720000" y="4878000"/>
              <a:ext cx="128160" cy="272160"/>
            </a:xfrm>
            <a:custGeom>
              <a:avLst/>
              <a:gdLst/>
              <a:ahLst/>
              <a:rect l="l" t="t"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sp>
        <p:sp>
          <p:nvSpPr>
            <p:cNvPr id="103" name="CustomShape 6"/>
            <p:cNvSpPr/>
            <p:nvPr/>
          </p:nvSpPr>
          <p:spPr>
            <a:xfrm>
              <a:off x="75600" y="2400840"/>
              <a:ext cx="615960" cy="2496240"/>
            </a:xfrm>
            <a:custGeom>
              <a:avLst/>
              <a:gdLst/>
              <a:ahLst/>
              <a:rect l="l" t="t"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sp>
        <p:sp>
          <p:nvSpPr>
            <p:cNvPr id="104" name="CustomShape 7"/>
            <p:cNvSpPr/>
            <p:nvPr/>
          </p:nvSpPr>
          <p:spPr>
            <a:xfrm>
              <a:off x="16920" y="171360"/>
              <a:ext cx="79200" cy="2195640"/>
            </a:xfrm>
            <a:custGeom>
              <a:avLst/>
              <a:gdLst/>
              <a:ahLst/>
              <a:rect l="l" t="t"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sp>
        <p:sp>
          <p:nvSpPr>
            <p:cNvPr id="105" name="CustomShape 8"/>
            <p:cNvSpPr/>
            <p:nvPr/>
          </p:nvSpPr>
          <p:spPr>
            <a:xfrm>
              <a:off x="58680" y="2207880"/>
              <a:ext cx="58320" cy="370080"/>
            </a:xfrm>
            <a:custGeom>
              <a:avLst/>
              <a:gdLst/>
              <a:ahLst/>
              <a:rect l="l" t="t"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sp>
        <p:sp>
          <p:nvSpPr>
            <p:cNvPr id="106" name="CustomShape 9"/>
            <p:cNvSpPr/>
            <p:nvPr/>
          </p:nvSpPr>
          <p:spPr>
            <a:xfrm>
              <a:off x="577440" y="4109040"/>
              <a:ext cx="142200" cy="768600"/>
            </a:xfrm>
            <a:custGeom>
              <a:avLst/>
              <a:gdLst/>
              <a:ahLst/>
              <a:rect l="l" t="t"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sp>
        <p:sp>
          <p:nvSpPr>
            <p:cNvPr id="107" name="CustomShape 10"/>
            <p:cNvSpPr/>
            <p:nvPr/>
          </p:nvSpPr>
          <p:spPr>
            <a:xfrm>
              <a:off x="581400" y="1049400"/>
              <a:ext cx="1556640" cy="3035520"/>
            </a:xfrm>
            <a:custGeom>
              <a:avLst/>
              <a:gdLst/>
              <a:ahLst/>
              <a:rect l="l" t="t"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sp>
        <p:sp>
          <p:nvSpPr>
            <p:cNvPr id="108" name="CustomShape 11"/>
            <p:cNvSpPr/>
            <p:nvPr/>
          </p:nvSpPr>
          <p:spPr>
            <a:xfrm>
              <a:off x="691920" y="4897440"/>
              <a:ext cx="121320" cy="252720"/>
            </a:xfrm>
            <a:custGeom>
              <a:avLst/>
              <a:gdLst/>
              <a:ahLst/>
              <a:rect l="l" t="t"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sp>
        <p:sp>
          <p:nvSpPr>
            <p:cNvPr id="109" name="CustomShape 12"/>
            <p:cNvSpPr/>
            <p:nvPr/>
          </p:nvSpPr>
          <p:spPr>
            <a:xfrm>
              <a:off x="577440" y="4019760"/>
              <a:ext cx="27720" cy="165960"/>
            </a:xfrm>
            <a:custGeom>
              <a:avLst/>
              <a:gdLst/>
              <a:ahLst/>
              <a:rect l="l" t="t"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sp>
        <p:sp>
          <p:nvSpPr>
            <p:cNvPr id="110" name="CustomShape 13"/>
            <p:cNvSpPr/>
            <p:nvPr/>
          </p:nvSpPr>
          <p:spPr>
            <a:xfrm>
              <a:off x="637560" y="4683600"/>
              <a:ext cx="178560" cy="466560"/>
            </a:xfrm>
            <a:custGeom>
              <a:avLst/>
              <a:gdLst/>
              <a:ahLst/>
              <a:rect l="l" t="t"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sp>
      </p:grpSp>
      <p:grpSp>
        <p:nvGrpSpPr>
          <p:cNvPr id="111" name="Group 14"/>
          <p:cNvGrpSpPr/>
          <p:nvPr/>
        </p:nvGrpSpPr>
        <p:grpSpPr>
          <a:xfrm>
            <a:off x="20520" y="0"/>
            <a:ext cx="1767240" cy="5139720"/>
            <a:chOff x="20520" y="0"/>
            <a:chExt cx="1767240" cy="5139720"/>
          </a:xfrm>
        </p:grpSpPr>
        <p:sp>
          <p:nvSpPr>
            <p:cNvPr id="112" name="CustomShape 15"/>
            <p:cNvSpPr/>
            <p:nvPr/>
          </p:nvSpPr>
          <p:spPr>
            <a:xfrm>
              <a:off x="20520" y="0"/>
              <a:ext cx="370440" cy="3300480"/>
            </a:xfrm>
            <a:custGeom>
              <a:avLst/>
              <a:gdLst/>
              <a:ahLst/>
              <a:rect l="l" t="t"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sp>
        <p:sp>
          <p:nvSpPr>
            <p:cNvPr id="113" name="CustomShape 16"/>
            <p:cNvSpPr/>
            <p:nvPr/>
          </p:nvSpPr>
          <p:spPr>
            <a:xfrm>
              <a:off x="412560" y="3237480"/>
              <a:ext cx="317160" cy="1185120"/>
            </a:xfrm>
            <a:custGeom>
              <a:avLst/>
              <a:gdLst/>
              <a:ahLst/>
              <a:rect l="l" t="t"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sp>
        <p:sp>
          <p:nvSpPr>
            <p:cNvPr id="114" name="CustomShape 17"/>
            <p:cNvSpPr/>
            <p:nvPr/>
          </p:nvSpPr>
          <p:spPr>
            <a:xfrm>
              <a:off x="754560" y="4397040"/>
              <a:ext cx="322920" cy="742680"/>
            </a:xfrm>
            <a:custGeom>
              <a:avLst/>
              <a:gdLst/>
              <a:ahLst/>
              <a:rect l="l" t="t"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sp>
        <p:sp>
          <p:nvSpPr>
            <p:cNvPr id="115" name="CustomShape 18"/>
            <p:cNvSpPr/>
            <p:nvPr/>
          </p:nvSpPr>
          <p:spPr>
            <a:xfrm>
              <a:off x="391320" y="3273120"/>
              <a:ext cx="413640" cy="1676520"/>
            </a:xfrm>
            <a:custGeom>
              <a:avLst/>
              <a:gdLst/>
              <a:ahLst/>
              <a:rect l="l" t="t"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sp>
        <p:sp>
          <p:nvSpPr>
            <p:cNvPr id="116" name="CustomShape 19"/>
            <p:cNvSpPr/>
            <p:nvPr/>
          </p:nvSpPr>
          <p:spPr>
            <a:xfrm>
              <a:off x="351000" y="966960"/>
              <a:ext cx="130320" cy="2270160"/>
            </a:xfrm>
            <a:custGeom>
              <a:avLst/>
              <a:gdLst/>
              <a:ahLst/>
              <a:rect l="l" t="t"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sp>
        <p:sp>
          <p:nvSpPr>
            <p:cNvPr id="117" name="CustomShape 20"/>
            <p:cNvSpPr/>
            <p:nvPr/>
          </p:nvSpPr>
          <p:spPr>
            <a:xfrm>
              <a:off x="833760" y="4928760"/>
              <a:ext cx="100080" cy="210960"/>
            </a:xfrm>
            <a:custGeom>
              <a:avLst/>
              <a:gdLst/>
              <a:ahLst/>
              <a:rect l="l" t="t"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sp>
        <p:sp>
          <p:nvSpPr>
            <p:cNvPr id="118" name="CustomShape 21"/>
            <p:cNvSpPr/>
            <p:nvPr/>
          </p:nvSpPr>
          <p:spPr>
            <a:xfrm>
              <a:off x="376920" y="3080880"/>
              <a:ext cx="61560" cy="383400"/>
            </a:xfrm>
            <a:custGeom>
              <a:avLst/>
              <a:gdLst/>
              <a:ahLst/>
              <a:rect l="l" t="t"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sp>
        <p:sp>
          <p:nvSpPr>
            <p:cNvPr id="119" name="CustomShape 22"/>
            <p:cNvSpPr/>
            <p:nvPr/>
          </p:nvSpPr>
          <p:spPr>
            <a:xfrm>
              <a:off x="730440" y="2359440"/>
              <a:ext cx="1057320" cy="2037240"/>
            </a:xfrm>
            <a:custGeom>
              <a:avLst/>
              <a:gdLst/>
              <a:ahLst/>
              <a:rect l="l" t="t"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sp>
        <p:sp>
          <p:nvSpPr>
            <p:cNvPr id="120" name="CustomShape 23"/>
            <p:cNvSpPr/>
            <p:nvPr/>
          </p:nvSpPr>
          <p:spPr>
            <a:xfrm>
              <a:off x="804960" y="4950360"/>
              <a:ext cx="90000" cy="189360"/>
            </a:xfrm>
            <a:custGeom>
              <a:avLst/>
              <a:gdLst/>
              <a:ahLst/>
              <a:rect l="l" t="t"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sp>
        <p:sp>
          <p:nvSpPr>
            <p:cNvPr id="121" name="CustomShape 24"/>
            <p:cNvSpPr/>
            <p:nvPr/>
          </p:nvSpPr>
          <p:spPr>
            <a:xfrm>
              <a:off x="730440" y="4422960"/>
              <a:ext cx="102960" cy="505440"/>
            </a:xfrm>
            <a:custGeom>
              <a:avLst/>
              <a:gdLst/>
              <a:ahLst/>
              <a:rect l="l" t="t"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sp>
        <p:sp>
          <p:nvSpPr>
            <p:cNvPr id="122" name="CustomShape 25"/>
            <p:cNvSpPr/>
            <p:nvPr/>
          </p:nvSpPr>
          <p:spPr>
            <a:xfrm>
              <a:off x="730440" y="4329360"/>
              <a:ext cx="28440" cy="170640"/>
            </a:xfrm>
            <a:custGeom>
              <a:avLst/>
              <a:gdLst/>
              <a:ahLst/>
              <a:rect l="l" t="t"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sp>
        <p:sp>
          <p:nvSpPr>
            <p:cNvPr id="123" name="CustomShape 26"/>
            <p:cNvSpPr/>
            <p:nvPr/>
          </p:nvSpPr>
          <p:spPr>
            <a:xfrm>
              <a:off x="754560" y="4741920"/>
              <a:ext cx="157680" cy="397800"/>
            </a:xfrm>
            <a:custGeom>
              <a:avLst/>
              <a:gdLst/>
              <a:ahLst/>
              <a:rect l="l" t="t"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sp>
      </p:grpSp>
      <p:sp>
        <p:nvSpPr>
          <p:cNvPr id="124" name="CustomShape 27"/>
          <p:cNvSpPr/>
          <p:nvPr/>
        </p:nvSpPr>
        <p:spPr>
          <a:xfrm>
            <a:off x="0" y="0"/>
            <a:ext cx="136800" cy="5143320"/>
          </a:xfrm>
          <a:prstGeom prst="rect">
            <a:avLst/>
          </a:prstGeom>
          <a:solidFill>
            <a:schemeClr val="tx2"/>
          </a:solidFill>
          <a:ln>
            <a:noFill/>
          </a:ln>
          <a:effectLst>
            <a:outerShdw blurRad="38100" dir="5400000" dist="25560" rotWithShape="0">
              <a:srgbClr val="000000">
                <a:alpha val="25000"/>
              </a:srgbClr>
            </a:outerShdw>
          </a:effectLst>
        </p:spPr>
        <p:style>
          <a:lnRef idx="1">
            <a:schemeClr val="accent1"/>
          </a:lnRef>
          <a:fillRef idx="3">
            <a:schemeClr val="accent1"/>
          </a:fillRef>
          <a:effectRef idx="2">
            <a:schemeClr val="accent1"/>
          </a:effectRef>
          <a:fontRef idx="minor"/>
        </p:style>
      </p:sp>
      <p:grpSp>
        <p:nvGrpSpPr>
          <p:cNvPr id="125" name="Group 28"/>
          <p:cNvGrpSpPr/>
          <p:nvPr/>
        </p:nvGrpSpPr>
        <p:grpSpPr>
          <a:xfrm>
            <a:off x="507960" y="4715280"/>
            <a:ext cx="339840" cy="180360"/>
            <a:chOff x="507960" y="4715280"/>
            <a:chExt cx="339840" cy="180360"/>
          </a:xfrm>
        </p:grpSpPr>
        <p:sp>
          <p:nvSpPr>
            <p:cNvPr id="126" name="CustomShape 29"/>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127" name="CustomShape 30"/>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28" name="CustomShape 31"/>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29" name="CustomShape 32"/>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130" name="CustomShape 33"/>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131" name="CustomShape 34"/>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2" name="CustomShape 35"/>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33" name="CustomShape 36"/>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34" name="CustomShape 37"/>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35" name="CustomShape 38"/>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6" name="CustomShape 39"/>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37" name="CustomShape 40"/>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38" name="CustomShape 41"/>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39" name="CustomShape 42"/>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140" name="PlaceHolder 43"/>
          <p:cNvSpPr>
            <a:spLocks noGrp="1"/>
          </p:cNvSpPr>
          <p:nvPr>
            <p:ph type="title"/>
          </p:nvPr>
        </p:nvSpPr>
        <p:spPr>
          <a:xfrm>
            <a:off x="1944720" y="468000"/>
            <a:ext cx="6683400" cy="960480"/>
          </a:xfrm>
          <a:prstGeom prst="rect">
            <a:avLst/>
          </a:prstGeom>
        </p:spPr>
        <p:txBody>
          <a:bodyPr>
            <a:noAutofit/>
          </a:bodyPr>
          <a:p>
            <a:pPr>
              <a:lnSpc>
                <a:spcPct val="100000"/>
              </a:lnSpc>
            </a:pPr>
            <a:r>
              <a:rPr b="0" lang="en-US" sz="2700" spc="-1" strike="noStrike">
                <a:solidFill>
                  <a:srgbClr val="178dbb"/>
                </a:solidFill>
                <a:latin typeface="Century Gothic"/>
              </a:rPr>
              <a:t>Click to edit Master title style</a:t>
            </a:r>
            <a:endParaRPr b="0" lang="en-US" sz="2700" spc="-1" strike="noStrike">
              <a:solidFill>
                <a:srgbClr val="000000"/>
              </a:solidFill>
              <a:latin typeface="Arial"/>
            </a:endParaRPr>
          </a:p>
        </p:txBody>
      </p:sp>
      <p:sp>
        <p:nvSpPr>
          <p:cNvPr id="141" name="PlaceHolder 44"/>
          <p:cNvSpPr>
            <a:spLocks noGrp="1"/>
          </p:cNvSpPr>
          <p:nvPr>
            <p:ph type="body"/>
          </p:nvPr>
        </p:nvSpPr>
        <p:spPr>
          <a:xfrm>
            <a:off x="1941840" y="1600200"/>
            <a:ext cx="6686280" cy="2832840"/>
          </a:xfrm>
          <a:prstGeom prst="rect">
            <a:avLst/>
          </a:prstGeom>
        </p:spPr>
        <p:txBody>
          <a:bodyPr>
            <a:noAutofit/>
          </a:bodyPr>
          <a:p>
            <a:pPr marL="257040" indent="-256680">
              <a:lnSpc>
                <a:spcPct val="100000"/>
              </a:lnSpc>
              <a:spcBef>
                <a:spcPts val="751"/>
              </a:spcBef>
              <a:buClr>
                <a:srgbClr val="353535"/>
              </a:buClr>
              <a:buFont typeface="Wingdings 3" charset="2"/>
              <a:buChar char=""/>
            </a:pPr>
            <a:r>
              <a:rPr b="0" lang="en-US" sz="1350" spc="-1" strike="noStrike">
                <a:solidFill>
                  <a:srgbClr val="404040"/>
                </a:solidFill>
                <a:latin typeface="Century Gothic"/>
              </a:rPr>
              <a:t>Edit Master text styles</a:t>
            </a:r>
            <a:endParaRPr b="0" lang="en-US" sz="1350" spc="-1" strike="noStrike">
              <a:solidFill>
                <a:srgbClr val="404040"/>
              </a:solidFill>
              <a:latin typeface="Century Gothic"/>
            </a:endParaRPr>
          </a:p>
          <a:p>
            <a:pPr lvl="1" marL="557280" indent="-213840">
              <a:lnSpc>
                <a:spcPct val="100000"/>
              </a:lnSpc>
              <a:spcBef>
                <a:spcPts val="751"/>
              </a:spcBef>
              <a:buClr>
                <a:srgbClr val="353535"/>
              </a:buClr>
              <a:buFont typeface="Wingdings 3" charset="2"/>
              <a:buChar char=""/>
            </a:pPr>
            <a:r>
              <a:rPr b="0" lang="en-US" sz="1200" spc="-1" strike="noStrike">
                <a:solidFill>
                  <a:srgbClr val="404040"/>
                </a:solidFill>
                <a:latin typeface="Century Gothic"/>
              </a:rPr>
              <a:t>Second level</a:t>
            </a:r>
            <a:endParaRPr b="0" lang="en-US" sz="1200" spc="-1" strike="noStrike">
              <a:solidFill>
                <a:srgbClr val="404040"/>
              </a:solidFill>
              <a:latin typeface="Century Gothic"/>
            </a:endParaRPr>
          </a:p>
          <a:p>
            <a:pPr lvl="2" marL="857160" indent="-171000">
              <a:lnSpc>
                <a:spcPct val="100000"/>
              </a:lnSpc>
              <a:spcBef>
                <a:spcPts val="751"/>
              </a:spcBef>
              <a:buClr>
                <a:srgbClr val="353535"/>
              </a:buClr>
              <a:buFont typeface="Wingdings 3" charset="2"/>
              <a:buChar char=""/>
            </a:pPr>
            <a:r>
              <a:rPr b="0" lang="en-US" sz="1050" spc="-1" strike="noStrike">
                <a:solidFill>
                  <a:srgbClr val="404040"/>
                </a:solidFill>
                <a:latin typeface="Century Gothic"/>
              </a:rPr>
              <a:t>Third level</a:t>
            </a:r>
            <a:endParaRPr b="0" lang="en-US" sz="1050" spc="-1" strike="noStrike">
              <a:solidFill>
                <a:srgbClr val="404040"/>
              </a:solidFill>
              <a:latin typeface="Century Gothic"/>
            </a:endParaRPr>
          </a:p>
          <a:p>
            <a:pPr lvl="3" marL="1200240" indent="-171000">
              <a:lnSpc>
                <a:spcPct val="100000"/>
              </a:lnSpc>
              <a:spcBef>
                <a:spcPts val="751"/>
              </a:spcBef>
              <a:buClr>
                <a:srgbClr val="353535"/>
              </a:buClr>
              <a:buFont typeface="Wingdings 3" charset="2"/>
              <a:buChar char=""/>
            </a:pPr>
            <a:r>
              <a:rPr b="0" lang="en-US" sz="900" spc="-1" strike="noStrike">
                <a:solidFill>
                  <a:srgbClr val="404040"/>
                </a:solidFill>
                <a:latin typeface="Century Gothic"/>
              </a:rPr>
              <a:t>Fourth level</a:t>
            </a:r>
            <a:endParaRPr b="0" lang="en-US" sz="900" spc="-1" strike="noStrike">
              <a:solidFill>
                <a:srgbClr val="404040"/>
              </a:solidFill>
              <a:latin typeface="Century Gothic"/>
            </a:endParaRPr>
          </a:p>
          <a:p>
            <a:pPr lvl="4" marL="1542960" indent="-171000">
              <a:lnSpc>
                <a:spcPct val="100000"/>
              </a:lnSpc>
              <a:spcBef>
                <a:spcPts val="751"/>
              </a:spcBef>
              <a:buClr>
                <a:srgbClr val="353535"/>
              </a:buClr>
              <a:buFont typeface="Wingdings 3" charset="2"/>
              <a:buChar char=""/>
            </a:pPr>
            <a:r>
              <a:rPr b="0" lang="en-US" sz="900" spc="-1" strike="noStrike">
                <a:solidFill>
                  <a:srgbClr val="404040"/>
                </a:solidFill>
                <a:latin typeface="Century Gothic"/>
              </a:rPr>
              <a:t>Fifth level</a:t>
            </a:r>
            <a:endParaRPr b="0" lang="en-US" sz="900" spc="-1" strike="noStrike">
              <a:solidFill>
                <a:srgbClr val="404040"/>
              </a:solidFill>
              <a:latin typeface="Century Gothic"/>
            </a:endParaRPr>
          </a:p>
        </p:txBody>
      </p:sp>
      <p:sp>
        <p:nvSpPr>
          <p:cNvPr id="142" name="PlaceHolder 45"/>
          <p:cNvSpPr>
            <a:spLocks noGrp="1"/>
          </p:cNvSpPr>
          <p:nvPr>
            <p:ph type="dt"/>
          </p:nvPr>
        </p:nvSpPr>
        <p:spPr>
          <a:xfrm>
            <a:off x="7771320" y="4597920"/>
            <a:ext cx="859320" cy="277560"/>
          </a:xfrm>
          <a:prstGeom prst="rect">
            <a:avLst/>
          </a:prstGeom>
        </p:spPr>
        <p:txBody>
          <a:bodyPr anchor="ctr">
            <a:noAutofit/>
          </a:bodyPr>
          <a:p>
            <a:pPr algn="r">
              <a:lnSpc>
                <a:spcPct val="100000"/>
              </a:lnSpc>
            </a:pPr>
            <a:fld id="{10C769AD-D825-4C37-A768-EAFB778958F1}" type="datetime">
              <a:rPr b="0" lang="en-US" sz="680" spc="-1" strike="noStrike">
                <a:solidFill>
                  <a:srgbClr val="8b8b8b"/>
                </a:solidFill>
                <a:latin typeface="Arial"/>
                <a:ea typeface="ＭＳ Ｐゴシック"/>
              </a:rPr>
              <a:t>2/21/25</a:t>
            </a:fld>
            <a:endParaRPr b="0" lang="en-GB" sz="680" spc="-1" strike="noStrike">
              <a:latin typeface="Times New Roman"/>
            </a:endParaRPr>
          </a:p>
        </p:txBody>
      </p:sp>
      <p:sp>
        <p:nvSpPr>
          <p:cNvPr id="143" name="PlaceHolder 46"/>
          <p:cNvSpPr>
            <a:spLocks noGrp="1"/>
          </p:cNvSpPr>
          <p:nvPr>
            <p:ph type="ftr"/>
          </p:nvPr>
        </p:nvSpPr>
        <p:spPr>
          <a:xfrm>
            <a:off x="1941840" y="4601880"/>
            <a:ext cx="5714640" cy="273600"/>
          </a:xfrm>
          <a:prstGeom prst="rect">
            <a:avLst/>
          </a:prstGeom>
        </p:spPr>
        <p:txBody>
          <a:bodyPr anchor="ctr">
            <a:noAutofit/>
          </a:bodyPr>
          <a:p>
            <a:endParaRPr b="0" lang="en-GB" sz="2400" spc="-1" strike="noStrike">
              <a:latin typeface="Times New Roman"/>
            </a:endParaRPr>
          </a:p>
        </p:txBody>
      </p:sp>
      <p:sp>
        <p:nvSpPr>
          <p:cNvPr id="144" name="CustomShape 47"/>
          <p:cNvSpPr/>
          <p:nvPr/>
        </p:nvSpPr>
        <p:spPr>
          <a:xfrm flipV="1">
            <a:off x="-2880" y="535320"/>
            <a:ext cx="1190880" cy="380160"/>
          </a:xfrm>
          <a:custGeom>
            <a:avLst/>
            <a:gd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sp>
      <p:sp>
        <p:nvSpPr>
          <p:cNvPr id="145" name="PlaceHolder 48"/>
          <p:cNvSpPr>
            <a:spLocks noGrp="1"/>
          </p:cNvSpPr>
          <p:nvPr>
            <p:ph type="sldNum"/>
          </p:nvPr>
        </p:nvSpPr>
        <p:spPr>
          <a:xfrm>
            <a:off x="398880" y="590760"/>
            <a:ext cx="584640" cy="273600"/>
          </a:xfrm>
          <a:prstGeom prst="rect">
            <a:avLst/>
          </a:prstGeom>
        </p:spPr>
        <p:txBody>
          <a:bodyPr anchor="ctr">
            <a:noAutofit/>
          </a:bodyPr>
          <a:p>
            <a:pPr algn="r">
              <a:lnSpc>
                <a:spcPct val="100000"/>
              </a:lnSpc>
            </a:pPr>
            <a:fld id="{BB824FF8-B373-4F3F-8D14-4BA191F16920}" type="slidenum">
              <a:rPr b="0" lang="en-US" sz="1500" spc="-1" strike="noStrike">
                <a:solidFill>
                  <a:srgbClr val="595959"/>
                </a:solidFill>
                <a:latin typeface="Arial"/>
                <a:ea typeface="ＭＳ Ｐゴシック"/>
              </a:rPr>
              <a:t>&lt;number&gt;</a:t>
            </a:fld>
            <a:endParaRPr b="0" lang="en-GB" sz="15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82" name="Group 1"/>
          <p:cNvGrpSpPr/>
          <p:nvPr/>
        </p:nvGrpSpPr>
        <p:grpSpPr>
          <a:xfrm>
            <a:off x="0" y="171360"/>
            <a:ext cx="2138040" cy="4978800"/>
            <a:chOff x="0" y="171360"/>
            <a:chExt cx="2138040" cy="4978800"/>
          </a:xfrm>
        </p:grpSpPr>
        <p:sp>
          <p:nvSpPr>
            <p:cNvPr id="183" name="CustomShape 2"/>
            <p:cNvSpPr/>
            <p:nvPr/>
          </p:nvSpPr>
          <p:spPr>
            <a:xfrm>
              <a:off x="0" y="1931400"/>
              <a:ext cx="75240" cy="469440"/>
            </a:xfrm>
            <a:custGeom>
              <a:avLst/>
              <a:gdLst/>
              <a:ahLst/>
              <a:rect l="l" t="t"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sp>
        <p:sp>
          <p:nvSpPr>
            <p:cNvPr id="184" name="CustomShape 3"/>
            <p:cNvSpPr/>
            <p:nvPr/>
          </p:nvSpPr>
          <p:spPr>
            <a:xfrm>
              <a:off x="96480" y="2367360"/>
              <a:ext cx="484560" cy="1741320"/>
            </a:xfrm>
            <a:custGeom>
              <a:avLst/>
              <a:gdLst/>
              <a:ahLst/>
              <a:rect l="l" t="t"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sp>
        <p:sp>
          <p:nvSpPr>
            <p:cNvPr id="185" name="CustomShape 4"/>
            <p:cNvSpPr/>
            <p:nvPr/>
          </p:nvSpPr>
          <p:spPr>
            <a:xfrm>
              <a:off x="605160" y="4085280"/>
              <a:ext cx="456840" cy="1064880"/>
            </a:xfrm>
            <a:custGeom>
              <a:avLst/>
              <a:gdLst/>
              <a:ahLst/>
              <a:rect l="l" t="t"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sp>
        <p:sp>
          <p:nvSpPr>
            <p:cNvPr id="186" name="CustomShape 5"/>
            <p:cNvSpPr/>
            <p:nvPr/>
          </p:nvSpPr>
          <p:spPr>
            <a:xfrm>
              <a:off x="720000" y="4878000"/>
              <a:ext cx="128160" cy="272160"/>
            </a:xfrm>
            <a:custGeom>
              <a:avLst/>
              <a:gdLst/>
              <a:ahLst/>
              <a:rect l="l" t="t"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sp>
        <p:sp>
          <p:nvSpPr>
            <p:cNvPr id="187" name="CustomShape 6"/>
            <p:cNvSpPr/>
            <p:nvPr/>
          </p:nvSpPr>
          <p:spPr>
            <a:xfrm>
              <a:off x="75600" y="2400840"/>
              <a:ext cx="615960" cy="2496240"/>
            </a:xfrm>
            <a:custGeom>
              <a:avLst/>
              <a:gdLst/>
              <a:ahLst/>
              <a:rect l="l" t="t"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sp>
        <p:sp>
          <p:nvSpPr>
            <p:cNvPr id="188" name="CustomShape 7"/>
            <p:cNvSpPr/>
            <p:nvPr/>
          </p:nvSpPr>
          <p:spPr>
            <a:xfrm>
              <a:off x="16920" y="171360"/>
              <a:ext cx="79200" cy="2195640"/>
            </a:xfrm>
            <a:custGeom>
              <a:avLst/>
              <a:gdLst/>
              <a:ahLst/>
              <a:rect l="l" t="t"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sp>
        <p:sp>
          <p:nvSpPr>
            <p:cNvPr id="189" name="CustomShape 8"/>
            <p:cNvSpPr/>
            <p:nvPr/>
          </p:nvSpPr>
          <p:spPr>
            <a:xfrm>
              <a:off x="58680" y="2207880"/>
              <a:ext cx="58320" cy="370080"/>
            </a:xfrm>
            <a:custGeom>
              <a:avLst/>
              <a:gdLst/>
              <a:ahLst/>
              <a:rect l="l" t="t"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sp>
        <p:sp>
          <p:nvSpPr>
            <p:cNvPr id="190" name="CustomShape 9"/>
            <p:cNvSpPr/>
            <p:nvPr/>
          </p:nvSpPr>
          <p:spPr>
            <a:xfrm>
              <a:off x="577440" y="4109040"/>
              <a:ext cx="142200" cy="768600"/>
            </a:xfrm>
            <a:custGeom>
              <a:avLst/>
              <a:gdLst/>
              <a:ahLst/>
              <a:rect l="l" t="t"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sp>
        <p:sp>
          <p:nvSpPr>
            <p:cNvPr id="191" name="CustomShape 10"/>
            <p:cNvSpPr/>
            <p:nvPr/>
          </p:nvSpPr>
          <p:spPr>
            <a:xfrm>
              <a:off x="581400" y="1049400"/>
              <a:ext cx="1556640" cy="3035520"/>
            </a:xfrm>
            <a:custGeom>
              <a:avLst/>
              <a:gdLst/>
              <a:ahLst/>
              <a:rect l="l" t="t"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sp>
        <p:sp>
          <p:nvSpPr>
            <p:cNvPr id="192" name="CustomShape 11"/>
            <p:cNvSpPr/>
            <p:nvPr/>
          </p:nvSpPr>
          <p:spPr>
            <a:xfrm>
              <a:off x="691920" y="4897440"/>
              <a:ext cx="121320" cy="252720"/>
            </a:xfrm>
            <a:custGeom>
              <a:avLst/>
              <a:gdLst/>
              <a:ahLst/>
              <a:rect l="l" t="t"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sp>
        <p:sp>
          <p:nvSpPr>
            <p:cNvPr id="193" name="CustomShape 12"/>
            <p:cNvSpPr/>
            <p:nvPr/>
          </p:nvSpPr>
          <p:spPr>
            <a:xfrm>
              <a:off x="577440" y="4019760"/>
              <a:ext cx="27720" cy="165960"/>
            </a:xfrm>
            <a:custGeom>
              <a:avLst/>
              <a:gdLst/>
              <a:ahLst/>
              <a:rect l="l" t="t"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sp>
        <p:sp>
          <p:nvSpPr>
            <p:cNvPr id="194" name="CustomShape 13"/>
            <p:cNvSpPr/>
            <p:nvPr/>
          </p:nvSpPr>
          <p:spPr>
            <a:xfrm>
              <a:off x="637560" y="4683600"/>
              <a:ext cx="178560" cy="466560"/>
            </a:xfrm>
            <a:custGeom>
              <a:avLst/>
              <a:gdLst/>
              <a:ahLst/>
              <a:rect l="l" t="t"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sp>
      </p:grpSp>
      <p:grpSp>
        <p:nvGrpSpPr>
          <p:cNvPr id="195" name="Group 14"/>
          <p:cNvGrpSpPr/>
          <p:nvPr/>
        </p:nvGrpSpPr>
        <p:grpSpPr>
          <a:xfrm>
            <a:off x="20520" y="0"/>
            <a:ext cx="1767240" cy="5139720"/>
            <a:chOff x="20520" y="0"/>
            <a:chExt cx="1767240" cy="5139720"/>
          </a:xfrm>
        </p:grpSpPr>
        <p:sp>
          <p:nvSpPr>
            <p:cNvPr id="196" name="CustomShape 15"/>
            <p:cNvSpPr/>
            <p:nvPr/>
          </p:nvSpPr>
          <p:spPr>
            <a:xfrm>
              <a:off x="20520" y="0"/>
              <a:ext cx="370440" cy="3300480"/>
            </a:xfrm>
            <a:custGeom>
              <a:avLst/>
              <a:gdLst/>
              <a:ahLst/>
              <a:rect l="l" t="t"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sp>
        <p:sp>
          <p:nvSpPr>
            <p:cNvPr id="197" name="CustomShape 16"/>
            <p:cNvSpPr/>
            <p:nvPr/>
          </p:nvSpPr>
          <p:spPr>
            <a:xfrm>
              <a:off x="412560" y="3237480"/>
              <a:ext cx="317160" cy="1185120"/>
            </a:xfrm>
            <a:custGeom>
              <a:avLst/>
              <a:gdLst/>
              <a:ahLst/>
              <a:rect l="l" t="t"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sp>
        <p:sp>
          <p:nvSpPr>
            <p:cNvPr id="198" name="CustomShape 17"/>
            <p:cNvSpPr/>
            <p:nvPr/>
          </p:nvSpPr>
          <p:spPr>
            <a:xfrm>
              <a:off x="754560" y="4397040"/>
              <a:ext cx="322920" cy="742680"/>
            </a:xfrm>
            <a:custGeom>
              <a:avLst/>
              <a:gdLst/>
              <a:ahLst/>
              <a:rect l="l" t="t"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sp>
        <p:sp>
          <p:nvSpPr>
            <p:cNvPr id="199" name="CustomShape 18"/>
            <p:cNvSpPr/>
            <p:nvPr/>
          </p:nvSpPr>
          <p:spPr>
            <a:xfrm>
              <a:off x="391320" y="3273120"/>
              <a:ext cx="413640" cy="1676520"/>
            </a:xfrm>
            <a:custGeom>
              <a:avLst/>
              <a:gdLst/>
              <a:ahLst/>
              <a:rect l="l" t="t"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sp>
        <p:sp>
          <p:nvSpPr>
            <p:cNvPr id="200" name="CustomShape 19"/>
            <p:cNvSpPr/>
            <p:nvPr/>
          </p:nvSpPr>
          <p:spPr>
            <a:xfrm>
              <a:off x="351000" y="966960"/>
              <a:ext cx="130320" cy="2270160"/>
            </a:xfrm>
            <a:custGeom>
              <a:avLst/>
              <a:gdLst/>
              <a:ahLst/>
              <a:rect l="l" t="t"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sp>
        <p:sp>
          <p:nvSpPr>
            <p:cNvPr id="201" name="CustomShape 20"/>
            <p:cNvSpPr/>
            <p:nvPr/>
          </p:nvSpPr>
          <p:spPr>
            <a:xfrm>
              <a:off x="833760" y="4928760"/>
              <a:ext cx="100080" cy="210960"/>
            </a:xfrm>
            <a:custGeom>
              <a:avLst/>
              <a:gdLst/>
              <a:ahLst/>
              <a:rect l="l" t="t"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sp>
        <p:sp>
          <p:nvSpPr>
            <p:cNvPr id="202" name="CustomShape 21"/>
            <p:cNvSpPr/>
            <p:nvPr/>
          </p:nvSpPr>
          <p:spPr>
            <a:xfrm>
              <a:off x="376920" y="3080880"/>
              <a:ext cx="61560" cy="383400"/>
            </a:xfrm>
            <a:custGeom>
              <a:avLst/>
              <a:gdLst/>
              <a:ahLst/>
              <a:rect l="l" t="t"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sp>
        <p:sp>
          <p:nvSpPr>
            <p:cNvPr id="203" name="CustomShape 22"/>
            <p:cNvSpPr/>
            <p:nvPr/>
          </p:nvSpPr>
          <p:spPr>
            <a:xfrm>
              <a:off x="730440" y="2359440"/>
              <a:ext cx="1057320" cy="2037240"/>
            </a:xfrm>
            <a:custGeom>
              <a:avLst/>
              <a:gdLst/>
              <a:ahLst/>
              <a:rect l="l" t="t"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sp>
        <p:sp>
          <p:nvSpPr>
            <p:cNvPr id="204" name="CustomShape 23"/>
            <p:cNvSpPr/>
            <p:nvPr/>
          </p:nvSpPr>
          <p:spPr>
            <a:xfrm>
              <a:off x="804960" y="4950360"/>
              <a:ext cx="90000" cy="189360"/>
            </a:xfrm>
            <a:custGeom>
              <a:avLst/>
              <a:gdLst/>
              <a:ahLst/>
              <a:rect l="l" t="t"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sp>
        <p:sp>
          <p:nvSpPr>
            <p:cNvPr id="205" name="CustomShape 24"/>
            <p:cNvSpPr/>
            <p:nvPr/>
          </p:nvSpPr>
          <p:spPr>
            <a:xfrm>
              <a:off x="730440" y="4422960"/>
              <a:ext cx="102960" cy="505440"/>
            </a:xfrm>
            <a:custGeom>
              <a:avLst/>
              <a:gdLst/>
              <a:ahLst/>
              <a:rect l="l" t="t"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sp>
        <p:sp>
          <p:nvSpPr>
            <p:cNvPr id="206" name="CustomShape 25"/>
            <p:cNvSpPr/>
            <p:nvPr/>
          </p:nvSpPr>
          <p:spPr>
            <a:xfrm>
              <a:off x="730440" y="4329360"/>
              <a:ext cx="28440" cy="170640"/>
            </a:xfrm>
            <a:custGeom>
              <a:avLst/>
              <a:gdLst/>
              <a:ahLst/>
              <a:rect l="l" t="t"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sp>
        <p:sp>
          <p:nvSpPr>
            <p:cNvPr id="207" name="CustomShape 26"/>
            <p:cNvSpPr/>
            <p:nvPr/>
          </p:nvSpPr>
          <p:spPr>
            <a:xfrm>
              <a:off x="754560" y="4741920"/>
              <a:ext cx="157680" cy="397800"/>
            </a:xfrm>
            <a:custGeom>
              <a:avLst/>
              <a:gdLst/>
              <a:ahLst/>
              <a:rect l="l" t="t"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sp>
      </p:grpSp>
      <p:sp>
        <p:nvSpPr>
          <p:cNvPr id="208" name="CustomShape 27" hidden="1"/>
          <p:cNvSpPr/>
          <p:nvPr/>
        </p:nvSpPr>
        <p:spPr>
          <a:xfrm>
            <a:off x="0" y="0"/>
            <a:ext cx="136800" cy="5143320"/>
          </a:xfrm>
          <a:prstGeom prst="rect">
            <a:avLst/>
          </a:prstGeom>
          <a:solidFill>
            <a:schemeClr val="tx2"/>
          </a:solidFill>
          <a:ln>
            <a:noFill/>
          </a:ln>
          <a:effectLst>
            <a:outerShdw blurRad="38100" dir="5400000" dist="25560" rotWithShape="0">
              <a:srgbClr val="000000">
                <a:alpha val="25000"/>
              </a:srgbClr>
            </a:outerShdw>
          </a:effectLst>
        </p:spPr>
        <p:style>
          <a:lnRef idx="1">
            <a:schemeClr val="accent1"/>
          </a:lnRef>
          <a:fillRef idx="3">
            <a:schemeClr val="accent1"/>
          </a:fillRef>
          <a:effectRef idx="2">
            <a:schemeClr val="accent1"/>
          </a:effectRef>
          <a:fontRef idx="minor"/>
        </p:style>
      </p:sp>
      <p:grpSp>
        <p:nvGrpSpPr>
          <p:cNvPr id="209" name="Group 28"/>
          <p:cNvGrpSpPr/>
          <p:nvPr/>
        </p:nvGrpSpPr>
        <p:grpSpPr>
          <a:xfrm>
            <a:off x="507960" y="4715280"/>
            <a:ext cx="339840" cy="180360"/>
            <a:chOff x="507960" y="4715280"/>
            <a:chExt cx="339840" cy="180360"/>
          </a:xfrm>
        </p:grpSpPr>
        <p:sp>
          <p:nvSpPr>
            <p:cNvPr id="210" name="CustomShape 29"/>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11" name="CustomShape 30"/>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12" name="CustomShape 31"/>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13" name="CustomShape 32"/>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14" name="CustomShape 33"/>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15" name="CustomShape 34"/>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6" name="CustomShape 35"/>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7" name="CustomShape 36"/>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8" name="CustomShape 37"/>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9" name="CustomShape 38"/>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20" name="CustomShape 39"/>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21" name="CustomShape 40"/>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22" name="CustomShape 41"/>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23" name="CustomShape 42"/>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224" name="CustomShape 43"/>
          <p:cNvSpPr/>
          <p:nvPr/>
        </p:nvSpPr>
        <p:spPr>
          <a:xfrm>
            <a:off x="0" y="0"/>
            <a:ext cx="9143640" cy="5142960"/>
          </a:xfrm>
          <a:prstGeom prst="rect">
            <a:avLst/>
          </a:prstGeom>
          <a:solidFill>
            <a:srgbClr val="00394f"/>
          </a:solidFill>
          <a:ln>
            <a:noFill/>
          </a:ln>
        </p:spPr>
        <p:style>
          <a:lnRef idx="2">
            <a:schemeClr val="accent1">
              <a:shade val="50000"/>
            </a:schemeClr>
          </a:lnRef>
          <a:fillRef idx="1">
            <a:schemeClr val="accent1"/>
          </a:fillRef>
          <a:effectRef idx="0">
            <a:schemeClr val="accent1"/>
          </a:effectRef>
          <a:fontRef idx="minor"/>
        </p:style>
      </p:sp>
      <p:sp>
        <p:nvSpPr>
          <p:cNvPr id="225" name="PlaceHolder 44"/>
          <p:cNvSpPr>
            <a:spLocks noGrp="1"/>
          </p:cNvSpPr>
          <p:nvPr>
            <p:ph type="title"/>
          </p:nvPr>
        </p:nvSpPr>
        <p:spPr>
          <a:xfrm>
            <a:off x="416520" y="915480"/>
            <a:ext cx="7597800" cy="2569680"/>
          </a:xfrm>
          <a:prstGeom prst="rect">
            <a:avLst/>
          </a:prstGeom>
        </p:spPr>
        <p:txBody>
          <a:bodyPr anchor="b">
            <a:noAutofit/>
          </a:bodyPr>
          <a:p>
            <a:pPr>
              <a:lnSpc>
                <a:spcPct val="90000"/>
              </a:lnSpc>
              <a:tabLst>
                <a:tab algn="l" pos="0"/>
              </a:tabLst>
            </a:pPr>
            <a:r>
              <a:rPr b="0" lang="en-US" sz="4600" spc="-1" strike="noStrike">
                <a:solidFill>
                  <a:srgbClr val="b927e9"/>
                </a:solidFill>
                <a:latin typeface="Century Gothic"/>
              </a:rPr>
              <a:t>Click to edit Master title style</a:t>
            </a:r>
            <a:endParaRPr b="0" lang="en-US" sz="4600" spc="-1" strike="noStrike">
              <a:solidFill>
                <a:srgbClr val="000000"/>
              </a:solidFill>
              <a:latin typeface="Arial"/>
            </a:endParaRPr>
          </a:p>
        </p:txBody>
      </p:sp>
      <p:sp>
        <p:nvSpPr>
          <p:cNvPr id="226" name="CustomShape 45"/>
          <p:cNvSpPr/>
          <p:nvPr/>
        </p:nvSpPr>
        <p:spPr>
          <a:xfrm>
            <a:off x="8349480" y="4743360"/>
            <a:ext cx="55116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pPr>
            <a:fld id="{24092224-31E3-4C69-AE2A-1CEB1E19D952}" type="slidenum">
              <a:rPr b="0" lang="en-US" sz="600" spc="-1" strike="noStrike">
                <a:solidFill>
                  <a:srgbClr val="600d7b"/>
                </a:solidFill>
                <a:latin typeface="Century Gothic"/>
              </a:rPr>
              <a:t>&lt;number&gt;</a:t>
            </a:fld>
            <a:endParaRPr b="0" lang="en-GB" sz="600" spc="-1" strike="noStrike">
              <a:latin typeface="Arial"/>
            </a:endParaRPr>
          </a:p>
        </p:txBody>
      </p:sp>
      <p:sp>
        <p:nvSpPr>
          <p:cNvPr id="227" name="CustomShape 46"/>
          <p:cNvSpPr/>
          <p:nvPr/>
        </p:nvSpPr>
        <p:spPr>
          <a:xfrm>
            <a:off x="5867640" y="4651200"/>
            <a:ext cx="2657520" cy="244440"/>
          </a:xfrm>
          <a:prstGeom prst="rect">
            <a:avLst/>
          </a:prstGeom>
          <a:noFill/>
          <a:ln w="9525">
            <a:noFill/>
          </a:ln>
        </p:spPr>
        <p:style>
          <a:lnRef idx="0"/>
          <a:fillRef idx="0"/>
          <a:effectRef idx="0"/>
          <a:fontRef idx="minor"/>
        </p:style>
        <p:txBody>
          <a:bodyPr lIns="61560" rIns="61560" tIns="30960" bIns="30960" anchor="b">
            <a:spAutoFit/>
          </a:bodyPr>
          <a:p>
            <a:pPr>
              <a:lnSpc>
                <a:spcPct val="100000"/>
              </a:lnSpc>
            </a:pPr>
            <a:r>
              <a:rPr b="0" lang="en-US" sz="600" spc="-1" strike="noStrike">
                <a:solidFill>
                  <a:srgbClr val="600d7b"/>
                </a:solidFill>
                <a:latin typeface="Century Gothic"/>
              </a:rPr>
              <a:t>© 2016  Cisco and/or its affiliates. All rights reserved.   Cisco Confidential</a:t>
            </a:r>
            <a:endParaRPr b="0" lang="en-GB" sz="600" spc="-1" strike="noStrike">
              <a:latin typeface="Arial"/>
            </a:endParaRPr>
          </a:p>
        </p:txBody>
      </p:sp>
      <p:grpSp>
        <p:nvGrpSpPr>
          <p:cNvPr id="228" name="Group 47"/>
          <p:cNvGrpSpPr/>
          <p:nvPr/>
        </p:nvGrpSpPr>
        <p:grpSpPr>
          <a:xfrm>
            <a:off x="507960" y="4715280"/>
            <a:ext cx="339840" cy="180360"/>
            <a:chOff x="507960" y="4715280"/>
            <a:chExt cx="339840" cy="180360"/>
          </a:xfrm>
        </p:grpSpPr>
        <p:sp>
          <p:nvSpPr>
            <p:cNvPr id="229" name="CustomShape 48"/>
            <p:cNvSpPr/>
            <p:nvPr/>
          </p:nvSpPr>
          <p:spPr>
            <a:xfrm>
              <a:off x="604440" y="4835160"/>
              <a:ext cx="14400" cy="59400"/>
            </a:xfrm>
            <a:prstGeom prst="rect">
              <a:avLst/>
            </a:prstGeom>
            <a:solidFill>
              <a:srgbClr val="086d8e"/>
            </a:solidFill>
            <a:ln w="0">
              <a:noFill/>
            </a:ln>
          </p:spPr>
          <p:style>
            <a:lnRef idx="0"/>
            <a:fillRef idx="0"/>
            <a:effectRef idx="0"/>
            <a:fontRef idx="minor"/>
          </p:style>
        </p:sp>
        <p:sp>
          <p:nvSpPr>
            <p:cNvPr id="230" name="CustomShape 49"/>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231" name="CustomShape 50"/>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232" name="CustomShape 51"/>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w="0">
              <a:noFill/>
            </a:ln>
          </p:spPr>
          <p:style>
            <a:lnRef idx="0"/>
            <a:fillRef idx="0"/>
            <a:effectRef idx="0"/>
            <a:fontRef idx="minor"/>
          </p:style>
        </p:sp>
        <p:sp>
          <p:nvSpPr>
            <p:cNvPr id="233" name="CustomShape 52"/>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w="0">
              <a:noFill/>
            </a:ln>
          </p:spPr>
          <p:style>
            <a:lnRef idx="0"/>
            <a:fillRef idx="0"/>
            <a:effectRef idx="0"/>
            <a:fontRef idx="minor"/>
          </p:style>
        </p:sp>
        <p:sp>
          <p:nvSpPr>
            <p:cNvPr id="234" name="CustomShape 53"/>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235" name="CustomShape 54"/>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236" name="CustomShape 55"/>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237" name="CustomShape 56"/>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238" name="CustomShape 57"/>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239" name="CustomShape 58"/>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240" name="CustomShape 59"/>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241" name="CustomShape 60"/>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242" name="CustomShape 61"/>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w="0">
              <a:noFill/>
            </a:ln>
          </p:spPr>
          <p:style>
            <a:lnRef idx="0"/>
            <a:fillRef idx="0"/>
            <a:effectRef idx="0"/>
            <a:fontRef idx="minor"/>
          </p:style>
        </p:sp>
      </p:grpSp>
      <p:sp>
        <p:nvSpPr>
          <p:cNvPr id="243" name="PlaceHolder 62"/>
          <p:cNvSpPr>
            <a:spLocks noGrp="1"/>
          </p:cNvSpPr>
          <p:nvPr>
            <p:ph type="body"/>
          </p:nvPr>
        </p:nvSpPr>
        <p:spPr>
          <a:xfrm>
            <a:off x="457200" y="1203480"/>
            <a:ext cx="8229240" cy="298296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1350" spc="-1" strike="noStrike">
                <a:solidFill>
                  <a:srgbClr val="404040"/>
                </a:solidFill>
                <a:latin typeface="Century Gothic"/>
              </a:rPr>
              <a:t>Click to edit the outline text format</a:t>
            </a:r>
            <a:endParaRPr b="0" lang="en-US" sz="1350" spc="-1" strike="noStrike">
              <a:solidFill>
                <a:srgbClr val="404040"/>
              </a:solidFill>
              <a:latin typeface="Century Gothic"/>
            </a:endParaRPr>
          </a:p>
          <a:p>
            <a:pPr lvl="1" marL="864000" indent="-324000">
              <a:spcBef>
                <a:spcPts val="1134"/>
              </a:spcBef>
              <a:buClr>
                <a:srgbClr val="000000"/>
              </a:buClr>
              <a:buSzPct val="75000"/>
              <a:buFont typeface="Symbol" charset="2"/>
              <a:buChar char=""/>
            </a:pPr>
            <a:r>
              <a:rPr b="0" lang="en-US" sz="1050" spc="-1" strike="noStrike">
                <a:solidFill>
                  <a:srgbClr val="404040"/>
                </a:solidFill>
                <a:latin typeface="Century Gothic"/>
              </a:rPr>
              <a:t>Second Outline Level</a:t>
            </a:r>
            <a:endParaRPr b="0" lang="en-US" sz="1050" spc="-1" strike="noStrike">
              <a:solidFill>
                <a:srgbClr val="404040"/>
              </a:solidFill>
              <a:latin typeface="Century Gothic"/>
            </a:endParaRPr>
          </a:p>
          <a:p>
            <a:pPr lvl="2" marL="1296000" indent="-288000">
              <a:spcBef>
                <a:spcPts val="850"/>
              </a:spcBef>
              <a:buClr>
                <a:srgbClr val="000000"/>
              </a:buClr>
              <a:buSzPct val="45000"/>
              <a:buFont typeface="Wingdings" charset="2"/>
              <a:buChar char=""/>
            </a:pPr>
            <a:r>
              <a:rPr b="0" lang="en-US" sz="900" spc="-1" strike="noStrike">
                <a:solidFill>
                  <a:srgbClr val="404040"/>
                </a:solidFill>
                <a:latin typeface="Century Gothic"/>
              </a:rPr>
              <a:t>Third Outline Level</a:t>
            </a:r>
            <a:endParaRPr b="0" lang="en-US" sz="900" spc="-1" strike="noStrike">
              <a:solidFill>
                <a:srgbClr val="404040"/>
              </a:solidFill>
              <a:latin typeface="Century Gothic"/>
            </a:endParaRPr>
          </a:p>
          <a:p>
            <a:pPr lvl="3" marL="1728000" indent="-216000">
              <a:spcBef>
                <a:spcPts val="567"/>
              </a:spcBef>
              <a:buClr>
                <a:srgbClr val="000000"/>
              </a:buClr>
              <a:buSzPct val="75000"/>
              <a:buFont typeface="Symbol" charset="2"/>
              <a:buChar char=""/>
            </a:pPr>
            <a:r>
              <a:rPr b="0" lang="en-US" sz="900" spc="-1" strike="noStrike">
                <a:solidFill>
                  <a:srgbClr val="404040"/>
                </a:solidFill>
                <a:latin typeface="Century Gothic"/>
              </a:rPr>
              <a:t>Fourth Outline Level</a:t>
            </a:r>
            <a:endParaRPr b="0" lang="en-US" sz="900" spc="-1" strike="noStrike">
              <a:solidFill>
                <a:srgbClr val="404040"/>
              </a:solidFill>
              <a:latin typeface="Century Gothic"/>
            </a:endParaRPr>
          </a:p>
          <a:p>
            <a:pPr lvl="4" marL="2160000" indent="-216000">
              <a:spcBef>
                <a:spcPts val="283"/>
              </a:spcBef>
              <a:buClr>
                <a:srgbClr val="000000"/>
              </a:buClr>
              <a:buSzPct val="45000"/>
              <a:buFont typeface="Wingdings" charset="2"/>
              <a:buChar char=""/>
            </a:pPr>
            <a:r>
              <a:rPr b="0" lang="en-US" sz="2000" spc="-1" strike="noStrike">
                <a:solidFill>
                  <a:srgbClr val="404040"/>
                </a:solidFill>
                <a:latin typeface="Century Gothic"/>
              </a:rPr>
              <a:t>Fifth Outline Level</a:t>
            </a:r>
            <a:endParaRPr b="0" lang="en-US" sz="2000" spc="-1" strike="noStrike">
              <a:solidFill>
                <a:srgbClr val="404040"/>
              </a:solidFill>
              <a:latin typeface="Century Gothic"/>
            </a:endParaRPr>
          </a:p>
          <a:p>
            <a:pPr lvl="5" marL="2592000" indent="-216000">
              <a:spcBef>
                <a:spcPts val="283"/>
              </a:spcBef>
              <a:buClr>
                <a:srgbClr val="000000"/>
              </a:buClr>
              <a:buSzPct val="45000"/>
              <a:buFont typeface="Wingdings" charset="2"/>
              <a:buChar char=""/>
            </a:pPr>
            <a:r>
              <a:rPr b="0" lang="en-US" sz="2000" spc="-1" strike="noStrike">
                <a:solidFill>
                  <a:srgbClr val="404040"/>
                </a:solidFill>
                <a:latin typeface="Century Gothic"/>
              </a:rPr>
              <a:t>Sixth Outline Level</a:t>
            </a:r>
            <a:endParaRPr b="0" lang="en-US" sz="2000" spc="-1" strike="noStrike">
              <a:solidFill>
                <a:srgbClr val="404040"/>
              </a:solidFill>
              <a:latin typeface="Century Gothic"/>
            </a:endParaRPr>
          </a:p>
          <a:p>
            <a:pPr lvl="6" marL="3024000" indent="-216000">
              <a:spcBef>
                <a:spcPts val="283"/>
              </a:spcBef>
              <a:buClr>
                <a:srgbClr val="000000"/>
              </a:buClr>
              <a:buSzPct val="45000"/>
              <a:buFont typeface="Wingdings" charset="2"/>
              <a:buChar char=""/>
            </a:pPr>
            <a:r>
              <a:rPr b="0" lang="en-US" sz="2000" spc="-1" strike="noStrike">
                <a:solidFill>
                  <a:srgbClr val="404040"/>
                </a:solidFill>
                <a:latin typeface="Century Gothic"/>
              </a:rPr>
              <a:t>Seventh Outline Level</a:t>
            </a:r>
            <a:endParaRPr b="0" lang="en-US" sz="2000" spc="-1" strike="noStrike">
              <a:solidFill>
                <a:srgbClr val="404040"/>
              </a:solidFill>
              <a:latin typeface="Century Gothic"/>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280" name="Group 1"/>
          <p:cNvGrpSpPr/>
          <p:nvPr/>
        </p:nvGrpSpPr>
        <p:grpSpPr>
          <a:xfrm>
            <a:off x="0" y="171360"/>
            <a:ext cx="2138040" cy="4978800"/>
            <a:chOff x="0" y="171360"/>
            <a:chExt cx="2138040" cy="4978800"/>
          </a:xfrm>
        </p:grpSpPr>
        <p:sp>
          <p:nvSpPr>
            <p:cNvPr id="281" name="CustomShape 2"/>
            <p:cNvSpPr/>
            <p:nvPr/>
          </p:nvSpPr>
          <p:spPr>
            <a:xfrm>
              <a:off x="0" y="1931400"/>
              <a:ext cx="75240" cy="469440"/>
            </a:xfrm>
            <a:custGeom>
              <a:avLst/>
              <a:gdLst/>
              <a:ahLst/>
              <a:rect l="l" t="t"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sp>
        <p:sp>
          <p:nvSpPr>
            <p:cNvPr id="282" name="CustomShape 3"/>
            <p:cNvSpPr/>
            <p:nvPr/>
          </p:nvSpPr>
          <p:spPr>
            <a:xfrm>
              <a:off x="96480" y="2367360"/>
              <a:ext cx="484560" cy="1741320"/>
            </a:xfrm>
            <a:custGeom>
              <a:avLst/>
              <a:gdLst/>
              <a:ahLst/>
              <a:rect l="l" t="t"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sp>
        <p:sp>
          <p:nvSpPr>
            <p:cNvPr id="283" name="CustomShape 4"/>
            <p:cNvSpPr/>
            <p:nvPr/>
          </p:nvSpPr>
          <p:spPr>
            <a:xfrm>
              <a:off x="605160" y="4085280"/>
              <a:ext cx="456840" cy="1064880"/>
            </a:xfrm>
            <a:custGeom>
              <a:avLst/>
              <a:gdLst/>
              <a:ahLst/>
              <a:rect l="l" t="t"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sp>
        <p:sp>
          <p:nvSpPr>
            <p:cNvPr id="284" name="CustomShape 5"/>
            <p:cNvSpPr/>
            <p:nvPr/>
          </p:nvSpPr>
          <p:spPr>
            <a:xfrm>
              <a:off x="720000" y="4878000"/>
              <a:ext cx="128160" cy="272160"/>
            </a:xfrm>
            <a:custGeom>
              <a:avLst/>
              <a:gdLst/>
              <a:ahLst/>
              <a:rect l="l" t="t"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sp>
        <p:sp>
          <p:nvSpPr>
            <p:cNvPr id="285" name="CustomShape 6"/>
            <p:cNvSpPr/>
            <p:nvPr/>
          </p:nvSpPr>
          <p:spPr>
            <a:xfrm>
              <a:off x="75600" y="2400840"/>
              <a:ext cx="615960" cy="2496240"/>
            </a:xfrm>
            <a:custGeom>
              <a:avLst/>
              <a:gdLst/>
              <a:ahLst/>
              <a:rect l="l" t="t"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sp>
        <p:sp>
          <p:nvSpPr>
            <p:cNvPr id="286" name="CustomShape 7"/>
            <p:cNvSpPr/>
            <p:nvPr/>
          </p:nvSpPr>
          <p:spPr>
            <a:xfrm>
              <a:off x="16920" y="171360"/>
              <a:ext cx="79200" cy="2195640"/>
            </a:xfrm>
            <a:custGeom>
              <a:avLst/>
              <a:gdLst/>
              <a:ahLst/>
              <a:rect l="l" t="t"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sp>
        <p:sp>
          <p:nvSpPr>
            <p:cNvPr id="287" name="CustomShape 8"/>
            <p:cNvSpPr/>
            <p:nvPr/>
          </p:nvSpPr>
          <p:spPr>
            <a:xfrm>
              <a:off x="58680" y="2207880"/>
              <a:ext cx="58320" cy="370080"/>
            </a:xfrm>
            <a:custGeom>
              <a:avLst/>
              <a:gdLst/>
              <a:ahLst/>
              <a:rect l="l" t="t"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sp>
        <p:sp>
          <p:nvSpPr>
            <p:cNvPr id="288" name="CustomShape 9"/>
            <p:cNvSpPr/>
            <p:nvPr/>
          </p:nvSpPr>
          <p:spPr>
            <a:xfrm>
              <a:off x="577440" y="4109040"/>
              <a:ext cx="142200" cy="768600"/>
            </a:xfrm>
            <a:custGeom>
              <a:avLst/>
              <a:gdLst/>
              <a:ahLst/>
              <a:rect l="l" t="t"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sp>
        <p:sp>
          <p:nvSpPr>
            <p:cNvPr id="289" name="CustomShape 10"/>
            <p:cNvSpPr/>
            <p:nvPr/>
          </p:nvSpPr>
          <p:spPr>
            <a:xfrm>
              <a:off x="581400" y="1049400"/>
              <a:ext cx="1556640" cy="3035520"/>
            </a:xfrm>
            <a:custGeom>
              <a:avLst/>
              <a:gdLst/>
              <a:ahLst/>
              <a:rect l="l" t="t"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sp>
        <p:sp>
          <p:nvSpPr>
            <p:cNvPr id="290" name="CustomShape 11"/>
            <p:cNvSpPr/>
            <p:nvPr/>
          </p:nvSpPr>
          <p:spPr>
            <a:xfrm>
              <a:off x="691920" y="4897440"/>
              <a:ext cx="121320" cy="252720"/>
            </a:xfrm>
            <a:custGeom>
              <a:avLst/>
              <a:gdLst/>
              <a:ahLst/>
              <a:rect l="l" t="t"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sp>
        <p:sp>
          <p:nvSpPr>
            <p:cNvPr id="291" name="CustomShape 12"/>
            <p:cNvSpPr/>
            <p:nvPr/>
          </p:nvSpPr>
          <p:spPr>
            <a:xfrm>
              <a:off x="577440" y="4019760"/>
              <a:ext cx="27720" cy="165960"/>
            </a:xfrm>
            <a:custGeom>
              <a:avLst/>
              <a:gdLst/>
              <a:ahLst/>
              <a:rect l="l" t="t"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sp>
        <p:sp>
          <p:nvSpPr>
            <p:cNvPr id="292" name="CustomShape 13"/>
            <p:cNvSpPr/>
            <p:nvPr/>
          </p:nvSpPr>
          <p:spPr>
            <a:xfrm>
              <a:off x="637560" y="4683600"/>
              <a:ext cx="178560" cy="466560"/>
            </a:xfrm>
            <a:custGeom>
              <a:avLst/>
              <a:gdLst/>
              <a:ahLst/>
              <a:rect l="l" t="t"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sp>
      </p:grpSp>
      <p:grpSp>
        <p:nvGrpSpPr>
          <p:cNvPr id="293" name="Group 14"/>
          <p:cNvGrpSpPr/>
          <p:nvPr/>
        </p:nvGrpSpPr>
        <p:grpSpPr>
          <a:xfrm>
            <a:off x="20520" y="0"/>
            <a:ext cx="1767240" cy="5139720"/>
            <a:chOff x="20520" y="0"/>
            <a:chExt cx="1767240" cy="5139720"/>
          </a:xfrm>
        </p:grpSpPr>
        <p:sp>
          <p:nvSpPr>
            <p:cNvPr id="294" name="CustomShape 15"/>
            <p:cNvSpPr/>
            <p:nvPr/>
          </p:nvSpPr>
          <p:spPr>
            <a:xfrm>
              <a:off x="20520" y="0"/>
              <a:ext cx="370440" cy="3300480"/>
            </a:xfrm>
            <a:custGeom>
              <a:avLst/>
              <a:gdLst/>
              <a:ahLst/>
              <a:rect l="l" t="t"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sp>
        <p:sp>
          <p:nvSpPr>
            <p:cNvPr id="295" name="CustomShape 16"/>
            <p:cNvSpPr/>
            <p:nvPr/>
          </p:nvSpPr>
          <p:spPr>
            <a:xfrm>
              <a:off x="412560" y="3237480"/>
              <a:ext cx="317160" cy="1185120"/>
            </a:xfrm>
            <a:custGeom>
              <a:avLst/>
              <a:gdLst/>
              <a:ahLst/>
              <a:rect l="l" t="t"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sp>
        <p:sp>
          <p:nvSpPr>
            <p:cNvPr id="296" name="CustomShape 17"/>
            <p:cNvSpPr/>
            <p:nvPr/>
          </p:nvSpPr>
          <p:spPr>
            <a:xfrm>
              <a:off x="754560" y="4397040"/>
              <a:ext cx="322920" cy="742680"/>
            </a:xfrm>
            <a:custGeom>
              <a:avLst/>
              <a:gdLst/>
              <a:ahLst/>
              <a:rect l="l" t="t"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sp>
        <p:sp>
          <p:nvSpPr>
            <p:cNvPr id="297" name="CustomShape 18"/>
            <p:cNvSpPr/>
            <p:nvPr/>
          </p:nvSpPr>
          <p:spPr>
            <a:xfrm>
              <a:off x="391320" y="3273120"/>
              <a:ext cx="413640" cy="1676520"/>
            </a:xfrm>
            <a:custGeom>
              <a:avLst/>
              <a:gdLst/>
              <a:ahLst/>
              <a:rect l="l" t="t"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sp>
        <p:sp>
          <p:nvSpPr>
            <p:cNvPr id="298" name="CustomShape 19"/>
            <p:cNvSpPr/>
            <p:nvPr/>
          </p:nvSpPr>
          <p:spPr>
            <a:xfrm>
              <a:off x="351000" y="966960"/>
              <a:ext cx="130320" cy="2270160"/>
            </a:xfrm>
            <a:custGeom>
              <a:avLst/>
              <a:gdLst/>
              <a:ahLst/>
              <a:rect l="l" t="t"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sp>
        <p:sp>
          <p:nvSpPr>
            <p:cNvPr id="299" name="CustomShape 20"/>
            <p:cNvSpPr/>
            <p:nvPr/>
          </p:nvSpPr>
          <p:spPr>
            <a:xfrm>
              <a:off x="833760" y="4928760"/>
              <a:ext cx="100080" cy="210960"/>
            </a:xfrm>
            <a:custGeom>
              <a:avLst/>
              <a:gdLst/>
              <a:ahLst/>
              <a:rect l="l" t="t"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sp>
        <p:sp>
          <p:nvSpPr>
            <p:cNvPr id="300" name="CustomShape 21"/>
            <p:cNvSpPr/>
            <p:nvPr/>
          </p:nvSpPr>
          <p:spPr>
            <a:xfrm>
              <a:off x="376920" y="3080880"/>
              <a:ext cx="61560" cy="383400"/>
            </a:xfrm>
            <a:custGeom>
              <a:avLst/>
              <a:gdLst/>
              <a:ahLst/>
              <a:rect l="l" t="t"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sp>
        <p:sp>
          <p:nvSpPr>
            <p:cNvPr id="301" name="CustomShape 22"/>
            <p:cNvSpPr/>
            <p:nvPr/>
          </p:nvSpPr>
          <p:spPr>
            <a:xfrm>
              <a:off x="730440" y="2359440"/>
              <a:ext cx="1057320" cy="2037240"/>
            </a:xfrm>
            <a:custGeom>
              <a:avLst/>
              <a:gdLst/>
              <a:ahLst/>
              <a:rect l="l" t="t"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sp>
        <p:sp>
          <p:nvSpPr>
            <p:cNvPr id="302" name="CustomShape 23"/>
            <p:cNvSpPr/>
            <p:nvPr/>
          </p:nvSpPr>
          <p:spPr>
            <a:xfrm>
              <a:off x="804960" y="4950360"/>
              <a:ext cx="90000" cy="189360"/>
            </a:xfrm>
            <a:custGeom>
              <a:avLst/>
              <a:gdLst/>
              <a:ahLst/>
              <a:rect l="l" t="t"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sp>
        <p:sp>
          <p:nvSpPr>
            <p:cNvPr id="303" name="CustomShape 24"/>
            <p:cNvSpPr/>
            <p:nvPr/>
          </p:nvSpPr>
          <p:spPr>
            <a:xfrm>
              <a:off x="730440" y="4422960"/>
              <a:ext cx="102960" cy="505440"/>
            </a:xfrm>
            <a:custGeom>
              <a:avLst/>
              <a:gdLst/>
              <a:ahLst/>
              <a:rect l="l" t="t"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sp>
        <p:sp>
          <p:nvSpPr>
            <p:cNvPr id="304" name="CustomShape 25"/>
            <p:cNvSpPr/>
            <p:nvPr/>
          </p:nvSpPr>
          <p:spPr>
            <a:xfrm>
              <a:off x="730440" y="4329360"/>
              <a:ext cx="28440" cy="170640"/>
            </a:xfrm>
            <a:custGeom>
              <a:avLst/>
              <a:gdLst/>
              <a:ahLst/>
              <a:rect l="l" t="t"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sp>
        <p:sp>
          <p:nvSpPr>
            <p:cNvPr id="305" name="CustomShape 26"/>
            <p:cNvSpPr/>
            <p:nvPr/>
          </p:nvSpPr>
          <p:spPr>
            <a:xfrm>
              <a:off x="754560" y="4741920"/>
              <a:ext cx="157680" cy="397800"/>
            </a:xfrm>
            <a:custGeom>
              <a:avLst/>
              <a:gdLst/>
              <a:ahLst/>
              <a:rect l="l" t="t"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sp>
      </p:grpSp>
      <p:sp>
        <p:nvSpPr>
          <p:cNvPr id="306" name="CustomShape 27"/>
          <p:cNvSpPr/>
          <p:nvPr/>
        </p:nvSpPr>
        <p:spPr>
          <a:xfrm>
            <a:off x="0" y="0"/>
            <a:ext cx="136800" cy="5143320"/>
          </a:xfrm>
          <a:prstGeom prst="rect">
            <a:avLst/>
          </a:prstGeom>
          <a:solidFill>
            <a:schemeClr val="tx2"/>
          </a:solidFill>
          <a:ln>
            <a:noFill/>
          </a:ln>
          <a:effectLst>
            <a:outerShdw blurRad="38100" dir="5400000" dist="25560" rotWithShape="0">
              <a:srgbClr val="000000">
                <a:alpha val="25000"/>
              </a:srgbClr>
            </a:outerShdw>
          </a:effectLst>
        </p:spPr>
        <p:style>
          <a:lnRef idx="1">
            <a:schemeClr val="accent1"/>
          </a:lnRef>
          <a:fillRef idx="3">
            <a:schemeClr val="accent1"/>
          </a:fillRef>
          <a:effectRef idx="2">
            <a:schemeClr val="accent1"/>
          </a:effectRef>
          <a:fontRef idx="minor"/>
        </p:style>
      </p:sp>
      <p:grpSp>
        <p:nvGrpSpPr>
          <p:cNvPr id="307" name="Group 28"/>
          <p:cNvGrpSpPr/>
          <p:nvPr/>
        </p:nvGrpSpPr>
        <p:grpSpPr>
          <a:xfrm>
            <a:off x="507960" y="4715280"/>
            <a:ext cx="339840" cy="180360"/>
            <a:chOff x="507960" y="4715280"/>
            <a:chExt cx="339840" cy="180360"/>
          </a:xfrm>
        </p:grpSpPr>
        <p:sp>
          <p:nvSpPr>
            <p:cNvPr id="308" name="CustomShape 29"/>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309" name="CustomShape 30"/>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310" name="CustomShape 31"/>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311" name="CustomShape 32"/>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312" name="CustomShape 33"/>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313" name="CustomShape 34"/>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314" name="CustomShape 35"/>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15" name="CustomShape 36"/>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16" name="CustomShape 37"/>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17" name="CustomShape 38"/>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318" name="CustomShape 39"/>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19" name="CustomShape 40"/>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20" name="CustomShape 41"/>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21" name="CustomShape 42"/>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322" name="PlaceHolder 43"/>
          <p:cNvSpPr>
            <a:spLocks noGrp="1"/>
          </p:cNvSpPr>
          <p:nvPr>
            <p:ph type="body"/>
          </p:nvPr>
        </p:nvSpPr>
        <p:spPr>
          <a:xfrm>
            <a:off x="474840" y="1347840"/>
            <a:ext cx="8279640" cy="3073680"/>
          </a:xfrm>
          <a:prstGeom prst="rect">
            <a:avLst/>
          </a:prstGeom>
        </p:spPr>
        <p:txBody>
          <a:bodyPr>
            <a:noAutofit/>
          </a:bodyPr>
          <a:p>
            <a:pPr marL="285840" indent="-285480" algn="ctr">
              <a:lnSpc>
                <a:spcPct val="100000"/>
              </a:lnSpc>
              <a:spcBef>
                <a:spcPts val="400"/>
              </a:spcBef>
              <a:tabLst>
                <a:tab algn="l" pos="0"/>
              </a:tabLst>
            </a:pPr>
            <a:r>
              <a:rPr b="0" lang="en-US" sz="2000" spc="-1" strike="noStrike">
                <a:solidFill>
                  <a:srgbClr val="ffffff"/>
                </a:solidFill>
                <a:latin typeface="Century Gothic"/>
              </a:rPr>
              <a:t>Click to edit Master text styles</a:t>
            </a:r>
            <a:endParaRPr b="0" lang="en-US" sz="2000" spc="-1" strike="noStrike">
              <a:solidFill>
                <a:srgbClr val="404040"/>
              </a:solidFill>
              <a:latin typeface="Century Gothic"/>
            </a:endParaRPr>
          </a:p>
        </p:txBody>
      </p:sp>
      <p:sp>
        <p:nvSpPr>
          <p:cNvPr id="323" name="PlaceHolder 44"/>
          <p:cNvSpPr>
            <a:spLocks noGrp="1"/>
          </p:cNvSpPr>
          <p:nvPr>
            <p:ph type="title"/>
          </p:nvPr>
        </p:nvSpPr>
        <p:spPr>
          <a:xfrm>
            <a:off x="437760" y="341280"/>
            <a:ext cx="8345160" cy="731520"/>
          </a:xfrm>
          <a:prstGeom prst="rect">
            <a:avLst/>
          </a:prstGeom>
        </p:spPr>
        <p:txBody>
          <a:bodyPr>
            <a:noAutofit/>
          </a:bodyPr>
          <a:p>
            <a:pPr>
              <a:lnSpc>
                <a:spcPct val="100000"/>
              </a:lnSpc>
            </a:pPr>
            <a:r>
              <a:rPr b="0" lang="en-US" sz="2700" spc="-1" strike="noStrike">
                <a:solidFill>
                  <a:srgbClr val="004c69"/>
                </a:solidFill>
                <a:latin typeface="Century Gothic"/>
              </a:rPr>
              <a:t>Click to edit Master title style</a:t>
            </a:r>
            <a:endParaRPr b="0" lang="en-US" sz="27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927e9"/>
        </a:solidFill>
      </p:bgPr>
    </p:bg>
    <p:spTree>
      <p:nvGrpSpPr>
        <p:cNvPr id="1" name=""/>
        <p:cNvGrpSpPr/>
        <p:nvPr/>
      </p:nvGrpSpPr>
      <p:grpSpPr>
        <a:xfrm>
          <a:off x="0" y="0"/>
          <a:ext cx="0" cy="0"/>
          <a:chOff x="0" y="0"/>
          <a:chExt cx="0" cy="0"/>
        </a:xfrm>
      </p:grpSpPr>
      <p:grpSp>
        <p:nvGrpSpPr>
          <p:cNvPr id="360" name="Group 1"/>
          <p:cNvGrpSpPr/>
          <p:nvPr/>
        </p:nvGrpSpPr>
        <p:grpSpPr>
          <a:xfrm>
            <a:off x="0" y="171360"/>
            <a:ext cx="2138040" cy="4978800"/>
            <a:chOff x="0" y="171360"/>
            <a:chExt cx="2138040" cy="4978800"/>
          </a:xfrm>
        </p:grpSpPr>
        <p:sp>
          <p:nvSpPr>
            <p:cNvPr id="361" name="CustomShape 2"/>
            <p:cNvSpPr/>
            <p:nvPr/>
          </p:nvSpPr>
          <p:spPr>
            <a:xfrm>
              <a:off x="0" y="1931400"/>
              <a:ext cx="75240" cy="469440"/>
            </a:xfrm>
            <a:custGeom>
              <a:avLst/>
              <a:gdLst/>
              <a:ahLst/>
              <a:rect l="l" t="t"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sp>
        <p:sp>
          <p:nvSpPr>
            <p:cNvPr id="362" name="CustomShape 3"/>
            <p:cNvSpPr/>
            <p:nvPr/>
          </p:nvSpPr>
          <p:spPr>
            <a:xfrm>
              <a:off x="96480" y="2367360"/>
              <a:ext cx="484560" cy="1741320"/>
            </a:xfrm>
            <a:custGeom>
              <a:avLst/>
              <a:gdLst/>
              <a:ahLst/>
              <a:rect l="l" t="t"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sp>
        <p:sp>
          <p:nvSpPr>
            <p:cNvPr id="363" name="CustomShape 4"/>
            <p:cNvSpPr/>
            <p:nvPr/>
          </p:nvSpPr>
          <p:spPr>
            <a:xfrm>
              <a:off x="605160" y="4085280"/>
              <a:ext cx="456840" cy="1064880"/>
            </a:xfrm>
            <a:custGeom>
              <a:avLst/>
              <a:gdLst/>
              <a:ahLst/>
              <a:rect l="l" t="t"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sp>
        <p:sp>
          <p:nvSpPr>
            <p:cNvPr id="364" name="CustomShape 5"/>
            <p:cNvSpPr/>
            <p:nvPr/>
          </p:nvSpPr>
          <p:spPr>
            <a:xfrm>
              <a:off x="720000" y="4878000"/>
              <a:ext cx="128160" cy="272160"/>
            </a:xfrm>
            <a:custGeom>
              <a:avLst/>
              <a:gdLst/>
              <a:ahLst/>
              <a:rect l="l" t="t"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sp>
        <p:sp>
          <p:nvSpPr>
            <p:cNvPr id="365" name="CustomShape 6"/>
            <p:cNvSpPr/>
            <p:nvPr/>
          </p:nvSpPr>
          <p:spPr>
            <a:xfrm>
              <a:off x="75600" y="2400840"/>
              <a:ext cx="615960" cy="2496240"/>
            </a:xfrm>
            <a:custGeom>
              <a:avLst/>
              <a:gdLst/>
              <a:ahLst/>
              <a:rect l="l" t="t"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sp>
        <p:sp>
          <p:nvSpPr>
            <p:cNvPr id="366" name="CustomShape 7"/>
            <p:cNvSpPr/>
            <p:nvPr/>
          </p:nvSpPr>
          <p:spPr>
            <a:xfrm>
              <a:off x="16920" y="171360"/>
              <a:ext cx="79200" cy="2195640"/>
            </a:xfrm>
            <a:custGeom>
              <a:avLst/>
              <a:gdLst/>
              <a:ahLst/>
              <a:rect l="l" t="t"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sp>
        <p:sp>
          <p:nvSpPr>
            <p:cNvPr id="367" name="CustomShape 8"/>
            <p:cNvSpPr/>
            <p:nvPr/>
          </p:nvSpPr>
          <p:spPr>
            <a:xfrm>
              <a:off x="58680" y="2207880"/>
              <a:ext cx="58320" cy="370080"/>
            </a:xfrm>
            <a:custGeom>
              <a:avLst/>
              <a:gdLst/>
              <a:ahLst/>
              <a:rect l="l" t="t"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sp>
        <p:sp>
          <p:nvSpPr>
            <p:cNvPr id="368" name="CustomShape 9"/>
            <p:cNvSpPr/>
            <p:nvPr/>
          </p:nvSpPr>
          <p:spPr>
            <a:xfrm>
              <a:off x="577440" y="4109040"/>
              <a:ext cx="142200" cy="768600"/>
            </a:xfrm>
            <a:custGeom>
              <a:avLst/>
              <a:gdLst/>
              <a:ahLst/>
              <a:rect l="l" t="t"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sp>
        <p:sp>
          <p:nvSpPr>
            <p:cNvPr id="369" name="CustomShape 10"/>
            <p:cNvSpPr/>
            <p:nvPr/>
          </p:nvSpPr>
          <p:spPr>
            <a:xfrm>
              <a:off x="581400" y="1049400"/>
              <a:ext cx="1556640" cy="3035520"/>
            </a:xfrm>
            <a:custGeom>
              <a:avLst/>
              <a:gdLst/>
              <a:ahLst/>
              <a:rect l="l" t="t"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sp>
        <p:sp>
          <p:nvSpPr>
            <p:cNvPr id="370" name="CustomShape 11"/>
            <p:cNvSpPr/>
            <p:nvPr/>
          </p:nvSpPr>
          <p:spPr>
            <a:xfrm>
              <a:off x="691920" y="4897440"/>
              <a:ext cx="121320" cy="252720"/>
            </a:xfrm>
            <a:custGeom>
              <a:avLst/>
              <a:gdLst/>
              <a:ahLst/>
              <a:rect l="l" t="t"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sp>
        <p:sp>
          <p:nvSpPr>
            <p:cNvPr id="371" name="CustomShape 12"/>
            <p:cNvSpPr/>
            <p:nvPr/>
          </p:nvSpPr>
          <p:spPr>
            <a:xfrm>
              <a:off x="577440" y="4019760"/>
              <a:ext cx="27720" cy="165960"/>
            </a:xfrm>
            <a:custGeom>
              <a:avLst/>
              <a:gdLst/>
              <a:ahLst/>
              <a:rect l="l" t="t"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sp>
        <p:sp>
          <p:nvSpPr>
            <p:cNvPr id="372" name="CustomShape 13"/>
            <p:cNvSpPr/>
            <p:nvPr/>
          </p:nvSpPr>
          <p:spPr>
            <a:xfrm>
              <a:off x="637560" y="4683600"/>
              <a:ext cx="178560" cy="466560"/>
            </a:xfrm>
            <a:custGeom>
              <a:avLst/>
              <a:gdLst/>
              <a:ahLst/>
              <a:rect l="l" t="t"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sp>
      </p:grpSp>
      <p:grpSp>
        <p:nvGrpSpPr>
          <p:cNvPr id="373" name="Group 14"/>
          <p:cNvGrpSpPr/>
          <p:nvPr/>
        </p:nvGrpSpPr>
        <p:grpSpPr>
          <a:xfrm>
            <a:off x="20520" y="0"/>
            <a:ext cx="1767240" cy="5139720"/>
            <a:chOff x="20520" y="0"/>
            <a:chExt cx="1767240" cy="5139720"/>
          </a:xfrm>
        </p:grpSpPr>
        <p:sp>
          <p:nvSpPr>
            <p:cNvPr id="374" name="CustomShape 15"/>
            <p:cNvSpPr/>
            <p:nvPr/>
          </p:nvSpPr>
          <p:spPr>
            <a:xfrm>
              <a:off x="20520" y="0"/>
              <a:ext cx="370440" cy="3300480"/>
            </a:xfrm>
            <a:custGeom>
              <a:avLst/>
              <a:gdLst/>
              <a:ahLst/>
              <a:rect l="l" t="t"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sp>
        <p:sp>
          <p:nvSpPr>
            <p:cNvPr id="375" name="CustomShape 16"/>
            <p:cNvSpPr/>
            <p:nvPr/>
          </p:nvSpPr>
          <p:spPr>
            <a:xfrm>
              <a:off x="412560" y="3237480"/>
              <a:ext cx="317160" cy="1185120"/>
            </a:xfrm>
            <a:custGeom>
              <a:avLst/>
              <a:gdLst/>
              <a:ahLst/>
              <a:rect l="l" t="t"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sp>
        <p:sp>
          <p:nvSpPr>
            <p:cNvPr id="376" name="CustomShape 17"/>
            <p:cNvSpPr/>
            <p:nvPr/>
          </p:nvSpPr>
          <p:spPr>
            <a:xfrm>
              <a:off x="754560" y="4397040"/>
              <a:ext cx="322920" cy="742680"/>
            </a:xfrm>
            <a:custGeom>
              <a:avLst/>
              <a:gdLst/>
              <a:ahLst/>
              <a:rect l="l" t="t"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sp>
        <p:sp>
          <p:nvSpPr>
            <p:cNvPr id="377" name="CustomShape 18"/>
            <p:cNvSpPr/>
            <p:nvPr/>
          </p:nvSpPr>
          <p:spPr>
            <a:xfrm>
              <a:off x="391320" y="3273120"/>
              <a:ext cx="413640" cy="1676520"/>
            </a:xfrm>
            <a:custGeom>
              <a:avLst/>
              <a:gdLst/>
              <a:ahLst/>
              <a:rect l="l" t="t"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sp>
        <p:sp>
          <p:nvSpPr>
            <p:cNvPr id="378" name="CustomShape 19"/>
            <p:cNvSpPr/>
            <p:nvPr/>
          </p:nvSpPr>
          <p:spPr>
            <a:xfrm>
              <a:off x="351000" y="966960"/>
              <a:ext cx="130320" cy="2270160"/>
            </a:xfrm>
            <a:custGeom>
              <a:avLst/>
              <a:gdLst/>
              <a:ahLst/>
              <a:rect l="l" t="t"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sp>
        <p:sp>
          <p:nvSpPr>
            <p:cNvPr id="379" name="CustomShape 20"/>
            <p:cNvSpPr/>
            <p:nvPr/>
          </p:nvSpPr>
          <p:spPr>
            <a:xfrm>
              <a:off x="833760" y="4928760"/>
              <a:ext cx="100080" cy="210960"/>
            </a:xfrm>
            <a:custGeom>
              <a:avLst/>
              <a:gdLst/>
              <a:ahLst/>
              <a:rect l="l" t="t"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sp>
        <p:sp>
          <p:nvSpPr>
            <p:cNvPr id="380" name="CustomShape 21"/>
            <p:cNvSpPr/>
            <p:nvPr/>
          </p:nvSpPr>
          <p:spPr>
            <a:xfrm>
              <a:off x="376920" y="3080880"/>
              <a:ext cx="61560" cy="383400"/>
            </a:xfrm>
            <a:custGeom>
              <a:avLst/>
              <a:gdLst/>
              <a:ahLst/>
              <a:rect l="l" t="t"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sp>
        <p:sp>
          <p:nvSpPr>
            <p:cNvPr id="381" name="CustomShape 22"/>
            <p:cNvSpPr/>
            <p:nvPr/>
          </p:nvSpPr>
          <p:spPr>
            <a:xfrm>
              <a:off x="730440" y="2359440"/>
              <a:ext cx="1057320" cy="2037240"/>
            </a:xfrm>
            <a:custGeom>
              <a:avLst/>
              <a:gdLst/>
              <a:ahLst/>
              <a:rect l="l" t="t"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sp>
        <p:sp>
          <p:nvSpPr>
            <p:cNvPr id="382" name="CustomShape 23"/>
            <p:cNvSpPr/>
            <p:nvPr/>
          </p:nvSpPr>
          <p:spPr>
            <a:xfrm>
              <a:off x="804960" y="4950360"/>
              <a:ext cx="90000" cy="189360"/>
            </a:xfrm>
            <a:custGeom>
              <a:avLst/>
              <a:gdLst/>
              <a:ahLst/>
              <a:rect l="l" t="t"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sp>
        <p:sp>
          <p:nvSpPr>
            <p:cNvPr id="383" name="CustomShape 24"/>
            <p:cNvSpPr/>
            <p:nvPr/>
          </p:nvSpPr>
          <p:spPr>
            <a:xfrm>
              <a:off x="730440" y="4422960"/>
              <a:ext cx="102960" cy="505440"/>
            </a:xfrm>
            <a:custGeom>
              <a:avLst/>
              <a:gdLst/>
              <a:ahLst/>
              <a:rect l="l" t="t"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sp>
        <p:sp>
          <p:nvSpPr>
            <p:cNvPr id="384" name="CustomShape 25"/>
            <p:cNvSpPr/>
            <p:nvPr/>
          </p:nvSpPr>
          <p:spPr>
            <a:xfrm>
              <a:off x="730440" y="4329360"/>
              <a:ext cx="28440" cy="170640"/>
            </a:xfrm>
            <a:custGeom>
              <a:avLst/>
              <a:gdLst/>
              <a:ahLst/>
              <a:rect l="l" t="t"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sp>
        <p:sp>
          <p:nvSpPr>
            <p:cNvPr id="385" name="CustomShape 26"/>
            <p:cNvSpPr/>
            <p:nvPr/>
          </p:nvSpPr>
          <p:spPr>
            <a:xfrm>
              <a:off x="754560" y="4741920"/>
              <a:ext cx="157680" cy="397800"/>
            </a:xfrm>
            <a:custGeom>
              <a:avLst/>
              <a:gdLst/>
              <a:ahLst/>
              <a:rect l="l" t="t"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sp>
      </p:grpSp>
      <p:sp>
        <p:nvSpPr>
          <p:cNvPr id="386" name="CustomShape 27" hidden="1"/>
          <p:cNvSpPr/>
          <p:nvPr/>
        </p:nvSpPr>
        <p:spPr>
          <a:xfrm>
            <a:off x="0" y="0"/>
            <a:ext cx="136800" cy="5143320"/>
          </a:xfrm>
          <a:prstGeom prst="rect">
            <a:avLst/>
          </a:prstGeom>
          <a:solidFill>
            <a:schemeClr val="tx2"/>
          </a:solidFill>
          <a:ln>
            <a:noFill/>
          </a:ln>
          <a:effectLst>
            <a:outerShdw blurRad="38100" dir="5400000" dist="25560" rotWithShape="0">
              <a:srgbClr val="000000">
                <a:alpha val="25000"/>
              </a:srgbClr>
            </a:outerShdw>
          </a:effectLst>
        </p:spPr>
        <p:style>
          <a:lnRef idx="1">
            <a:schemeClr val="accent1"/>
          </a:lnRef>
          <a:fillRef idx="3">
            <a:schemeClr val="accent1"/>
          </a:fillRef>
          <a:effectRef idx="2">
            <a:schemeClr val="accent1"/>
          </a:effectRef>
          <a:fontRef idx="minor"/>
        </p:style>
      </p:sp>
      <p:grpSp>
        <p:nvGrpSpPr>
          <p:cNvPr id="387" name="Group 28"/>
          <p:cNvGrpSpPr/>
          <p:nvPr/>
        </p:nvGrpSpPr>
        <p:grpSpPr>
          <a:xfrm>
            <a:off x="507960" y="4715280"/>
            <a:ext cx="339840" cy="180360"/>
            <a:chOff x="507960" y="4715280"/>
            <a:chExt cx="339840" cy="180360"/>
          </a:xfrm>
        </p:grpSpPr>
        <p:sp>
          <p:nvSpPr>
            <p:cNvPr id="388" name="CustomShape 29"/>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389" name="CustomShape 30"/>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390" name="CustomShape 31"/>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391" name="CustomShape 32"/>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392" name="CustomShape 33"/>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393" name="CustomShape 34"/>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394" name="CustomShape 35"/>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95" name="CustomShape 36"/>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96" name="CustomShape 37"/>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97" name="CustomShape 38"/>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398" name="CustomShape 39"/>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99" name="CustomShape 40"/>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400" name="CustomShape 41"/>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401" name="CustomShape 42"/>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402" name="Picture 1" descr=""/>
          <p:cNvPicPr/>
          <p:nvPr/>
        </p:nvPicPr>
        <p:blipFill>
          <a:blip r:embed="rId2"/>
          <a:stretch/>
        </p:blipFill>
        <p:spPr>
          <a:xfrm>
            <a:off x="0" y="0"/>
            <a:ext cx="9143640" cy="5165640"/>
          </a:xfrm>
          <a:prstGeom prst="rect">
            <a:avLst/>
          </a:prstGeom>
          <a:ln w="0">
            <a:noFill/>
          </a:ln>
        </p:spPr>
      </p:pic>
      <p:grpSp>
        <p:nvGrpSpPr>
          <p:cNvPr id="403" name="Group 43"/>
          <p:cNvGrpSpPr/>
          <p:nvPr/>
        </p:nvGrpSpPr>
        <p:grpSpPr>
          <a:xfrm>
            <a:off x="3746160" y="2129760"/>
            <a:ext cx="1617840" cy="860400"/>
            <a:chOff x="3746160" y="2129760"/>
            <a:chExt cx="1617840" cy="860400"/>
          </a:xfrm>
        </p:grpSpPr>
        <p:sp>
          <p:nvSpPr>
            <p:cNvPr id="404" name="CustomShape 44"/>
            <p:cNvSpPr/>
            <p:nvPr/>
          </p:nvSpPr>
          <p:spPr>
            <a:xfrm>
              <a:off x="4204080" y="2700360"/>
              <a:ext cx="70560" cy="283320"/>
            </a:xfrm>
            <a:prstGeom prst="rect">
              <a:avLst/>
            </a:prstGeom>
            <a:solidFill>
              <a:schemeClr val="accent5"/>
            </a:solidFill>
            <a:ln w="0">
              <a:noFill/>
            </a:ln>
          </p:spPr>
          <p:style>
            <a:lnRef idx="0"/>
            <a:fillRef idx="0"/>
            <a:effectRef idx="0"/>
            <a:fontRef idx="minor"/>
          </p:style>
        </p:sp>
        <p:sp>
          <p:nvSpPr>
            <p:cNvPr id="405" name="CustomShape 45"/>
            <p:cNvSpPr/>
            <p:nvPr/>
          </p:nvSpPr>
          <p:spPr>
            <a:xfrm>
              <a:off x="4632480" y="2697120"/>
              <a:ext cx="212400" cy="29304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406" name="CustomShape 46"/>
            <p:cNvSpPr/>
            <p:nvPr/>
          </p:nvSpPr>
          <p:spPr>
            <a:xfrm>
              <a:off x="3891240" y="2697120"/>
              <a:ext cx="215640" cy="29304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407" name="CustomShape 47"/>
            <p:cNvSpPr/>
            <p:nvPr/>
          </p:nvSpPr>
          <p:spPr>
            <a:xfrm>
              <a:off x="4922640" y="2697120"/>
              <a:ext cx="293040" cy="29304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408" name="CustomShape 48"/>
            <p:cNvSpPr/>
            <p:nvPr/>
          </p:nvSpPr>
          <p:spPr>
            <a:xfrm>
              <a:off x="4368240" y="2697120"/>
              <a:ext cx="192960" cy="29304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409" name="CustomShape 49"/>
            <p:cNvSpPr/>
            <p:nvPr/>
          </p:nvSpPr>
          <p:spPr>
            <a:xfrm>
              <a:off x="374616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410" name="CustomShape 50"/>
            <p:cNvSpPr/>
            <p:nvPr/>
          </p:nvSpPr>
          <p:spPr>
            <a:xfrm>
              <a:off x="393984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411" name="CustomShape 51"/>
            <p:cNvSpPr/>
            <p:nvPr/>
          </p:nvSpPr>
          <p:spPr>
            <a:xfrm>
              <a:off x="4133160" y="2129760"/>
              <a:ext cx="70560" cy="44748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412" name="CustomShape 52"/>
            <p:cNvSpPr/>
            <p:nvPr/>
          </p:nvSpPr>
          <p:spPr>
            <a:xfrm>
              <a:off x="432648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413" name="CustomShape 53"/>
            <p:cNvSpPr/>
            <p:nvPr/>
          </p:nvSpPr>
          <p:spPr>
            <a:xfrm>
              <a:off x="451980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414" name="CustomShape 54"/>
            <p:cNvSpPr/>
            <p:nvPr/>
          </p:nvSpPr>
          <p:spPr>
            <a:xfrm>
              <a:off x="4713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415" name="CustomShape 55"/>
            <p:cNvSpPr/>
            <p:nvPr/>
          </p:nvSpPr>
          <p:spPr>
            <a:xfrm>
              <a:off x="4906440" y="2129760"/>
              <a:ext cx="70560" cy="44748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416" name="CustomShape 56"/>
            <p:cNvSpPr/>
            <p:nvPr/>
          </p:nvSpPr>
          <p:spPr>
            <a:xfrm>
              <a:off x="5100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417" name="CustomShape 57"/>
            <p:cNvSpPr/>
            <p:nvPr/>
          </p:nvSpPr>
          <p:spPr>
            <a:xfrm>
              <a:off x="5293440" y="2361960"/>
              <a:ext cx="70560" cy="1447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418" name="PlaceHolder 58"/>
          <p:cNvSpPr>
            <a:spLocks noGrp="1"/>
          </p:cNvSpPr>
          <p:nvPr>
            <p:ph type="title"/>
          </p:nvPr>
        </p:nvSpPr>
        <p:spPr>
          <a:xfrm>
            <a:off x="457200" y="205200"/>
            <a:ext cx="8229240" cy="858600"/>
          </a:xfrm>
          <a:prstGeom prst="rect">
            <a:avLst/>
          </a:prstGeom>
        </p:spPr>
        <p:txBody>
          <a:bodyPr lIns="0" rIns="0" tIns="0" bIns="0" anchor="ctr">
            <a:noAutofit/>
          </a:bodyPr>
          <a:p>
            <a:r>
              <a:rPr b="0" lang="en-US" sz="2700" spc="-1" strike="noStrike">
                <a:solidFill>
                  <a:srgbClr val="000000"/>
                </a:solidFill>
                <a:latin typeface="Arial"/>
              </a:rPr>
              <a:t>Click to edit the title text format</a:t>
            </a:r>
            <a:endParaRPr b="0" lang="en-US" sz="2700" spc="-1" strike="noStrike">
              <a:solidFill>
                <a:srgbClr val="000000"/>
              </a:solidFill>
              <a:latin typeface="Arial"/>
            </a:endParaRPr>
          </a:p>
        </p:txBody>
      </p:sp>
      <p:sp>
        <p:nvSpPr>
          <p:cNvPr id="419" name="PlaceHolder 59"/>
          <p:cNvSpPr>
            <a:spLocks noGrp="1"/>
          </p:cNvSpPr>
          <p:nvPr>
            <p:ph type="body"/>
          </p:nvPr>
        </p:nvSpPr>
        <p:spPr>
          <a:xfrm>
            <a:off x="457200" y="1203480"/>
            <a:ext cx="8229240" cy="298296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1350" spc="-1" strike="noStrike">
                <a:solidFill>
                  <a:srgbClr val="404040"/>
                </a:solidFill>
                <a:latin typeface="Century Gothic"/>
              </a:rPr>
              <a:t>Click to edit the outline text format</a:t>
            </a:r>
            <a:endParaRPr b="0" lang="en-US" sz="1350" spc="-1" strike="noStrike">
              <a:solidFill>
                <a:srgbClr val="404040"/>
              </a:solidFill>
              <a:latin typeface="Century Gothic"/>
            </a:endParaRPr>
          </a:p>
          <a:p>
            <a:pPr lvl="1" marL="864000" indent="-324000">
              <a:spcBef>
                <a:spcPts val="1134"/>
              </a:spcBef>
              <a:buClr>
                <a:srgbClr val="000000"/>
              </a:buClr>
              <a:buSzPct val="75000"/>
              <a:buFont typeface="Symbol" charset="2"/>
              <a:buChar char=""/>
            </a:pPr>
            <a:r>
              <a:rPr b="0" lang="en-US" sz="1050" spc="-1" strike="noStrike">
                <a:solidFill>
                  <a:srgbClr val="404040"/>
                </a:solidFill>
                <a:latin typeface="Century Gothic"/>
              </a:rPr>
              <a:t>Second Outline Level</a:t>
            </a:r>
            <a:endParaRPr b="0" lang="en-US" sz="1050" spc="-1" strike="noStrike">
              <a:solidFill>
                <a:srgbClr val="404040"/>
              </a:solidFill>
              <a:latin typeface="Century Gothic"/>
            </a:endParaRPr>
          </a:p>
          <a:p>
            <a:pPr lvl="2" marL="1296000" indent="-288000">
              <a:spcBef>
                <a:spcPts val="850"/>
              </a:spcBef>
              <a:buClr>
                <a:srgbClr val="000000"/>
              </a:buClr>
              <a:buSzPct val="45000"/>
              <a:buFont typeface="Wingdings" charset="2"/>
              <a:buChar char=""/>
            </a:pPr>
            <a:r>
              <a:rPr b="0" lang="en-US" sz="900" spc="-1" strike="noStrike">
                <a:solidFill>
                  <a:srgbClr val="404040"/>
                </a:solidFill>
                <a:latin typeface="Century Gothic"/>
              </a:rPr>
              <a:t>Third Outline Level</a:t>
            </a:r>
            <a:endParaRPr b="0" lang="en-US" sz="900" spc="-1" strike="noStrike">
              <a:solidFill>
                <a:srgbClr val="404040"/>
              </a:solidFill>
              <a:latin typeface="Century Gothic"/>
            </a:endParaRPr>
          </a:p>
          <a:p>
            <a:pPr lvl="3" marL="1728000" indent="-216000">
              <a:spcBef>
                <a:spcPts val="567"/>
              </a:spcBef>
              <a:buClr>
                <a:srgbClr val="000000"/>
              </a:buClr>
              <a:buSzPct val="75000"/>
              <a:buFont typeface="Symbol" charset="2"/>
              <a:buChar char=""/>
            </a:pPr>
            <a:r>
              <a:rPr b="0" lang="en-US" sz="900" spc="-1" strike="noStrike">
                <a:solidFill>
                  <a:srgbClr val="404040"/>
                </a:solidFill>
                <a:latin typeface="Century Gothic"/>
              </a:rPr>
              <a:t>Fourth Outline Level</a:t>
            </a:r>
            <a:endParaRPr b="0" lang="en-US" sz="900" spc="-1" strike="noStrike">
              <a:solidFill>
                <a:srgbClr val="404040"/>
              </a:solidFill>
              <a:latin typeface="Century Gothic"/>
            </a:endParaRPr>
          </a:p>
          <a:p>
            <a:pPr lvl="4" marL="2160000" indent="-216000">
              <a:spcBef>
                <a:spcPts val="283"/>
              </a:spcBef>
              <a:buClr>
                <a:srgbClr val="000000"/>
              </a:buClr>
              <a:buSzPct val="45000"/>
              <a:buFont typeface="Wingdings" charset="2"/>
              <a:buChar char=""/>
            </a:pPr>
            <a:r>
              <a:rPr b="0" lang="en-US" sz="2000" spc="-1" strike="noStrike">
                <a:solidFill>
                  <a:srgbClr val="404040"/>
                </a:solidFill>
                <a:latin typeface="Century Gothic"/>
              </a:rPr>
              <a:t>Fifth Outline Level</a:t>
            </a:r>
            <a:endParaRPr b="0" lang="en-US" sz="2000" spc="-1" strike="noStrike">
              <a:solidFill>
                <a:srgbClr val="404040"/>
              </a:solidFill>
              <a:latin typeface="Century Gothic"/>
            </a:endParaRPr>
          </a:p>
          <a:p>
            <a:pPr lvl="5" marL="2592000" indent="-216000">
              <a:spcBef>
                <a:spcPts val="283"/>
              </a:spcBef>
              <a:buClr>
                <a:srgbClr val="000000"/>
              </a:buClr>
              <a:buSzPct val="45000"/>
              <a:buFont typeface="Wingdings" charset="2"/>
              <a:buChar char=""/>
            </a:pPr>
            <a:r>
              <a:rPr b="0" lang="en-US" sz="2000" spc="-1" strike="noStrike">
                <a:solidFill>
                  <a:srgbClr val="404040"/>
                </a:solidFill>
                <a:latin typeface="Century Gothic"/>
              </a:rPr>
              <a:t>Sixth Outline Level</a:t>
            </a:r>
            <a:endParaRPr b="0" lang="en-US" sz="2000" spc="-1" strike="noStrike">
              <a:solidFill>
                <a:srgbClr val="404040"/>
              </a:solidFill>
              <a:latin typeface="Century Gothic"/>
            </a:endParaRPr>
          </a:p>
          <a:p>
            <a:pPr lvl="6" marL="3024000" indent="-216000">
              <a:spcBef>
                <a:spcPts val="283"/>
              </a:spcBef>
              <a:buClr>
                <a:srgbClr val="000000"/>
              </a:buClr>
              <a:buSzPct val="45000"/>
              <a:buFont typeface="Wingdings" charset="2"/>
              <a:buChar char=""/>
            </a:pPr>
            <a:r>
              <a:rPr b="0" lang="en-US" sz="2000" spc="-1" strike="noStrike">
                <a:solidFill>
                  <a:srgbClr val="404040"/>
                </a:solidFill>
                <a:latin typeface="Century Gothic"/>
              </a:rPr>
              <a:t>Seventh Outline Level</a:t>
            </a:r>
            <a:endParaRPr b="0" lang="en-US" sz="2000" spc="-1" strike="noStrike">
              <a:solidFill>
                <a:srgbClr val="404040"/>
              </a:solidFill>
              <a:latin typeface="Century Gothic"/>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7.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7.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7.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7.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7.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7.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7.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7.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7.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37.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37.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3.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37.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3.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37.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37.xml"/><Relationship Id="rId4"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37.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37.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37.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37.xml"/><Relationship Id="rId3"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37.xml"/><Relationship Id="rId3"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64000">
              <a:srgbClr val="a2ddf4"/>
            </a:gs>
            <a:gs pos="100000">
              <a:srgbClr val="a2ddf4"/>
            </a:gs>
          </a:gsLst>
          <a:lin ang="5400000"/>
        </a:gradFill>
      </p:bgPr>
    </p:bg>
    <p:spTree>
      <p:nvGrpSpPr>
        <p:cNvPr id="1" name=""/>
        <p:cNvGrpSpPr/>
        <p:nvPr/>
      </p:nvGrpSpPr>
      <p:grpSpPr>
        <a:xfrm>
          <a:off x="0" y="0"/>
          <a:ext cx="0" cy="0"/>
          <a:chOff x="0" y="0"/>
          <a:chExt cx="0" cy="0"/>
        </a:xfrm>
      </p:grpSpPr>
      <p:sp>
        <p:nvSpPr>
          <p:cNvPr id="462" name="TextShape 1"/>
          <p:cNvSpPr txBox="1"/>
          <p:nvPr/>
        </p:nvSpPr>
        <p:spPr>
          <a:xfrm>
            <a:off x="469440" y="3809520"/>
            <a:ext cx="2368440" cy="901800"/>
          </a:xfrm>
          <a:prstGeom prst="rect">
            <a:avLst/>
          </a:prstGeom>
          <a:noFill/>
          <a:ln w="0">
            <a:noFill/>
          </a:ln>
        </p:spPr>
        <p:txBody>
          <a:bodyPr anchor="b">
            <a:noAutofit/>
          </a:bodyPr>
          <a:p>
            <a:pPr>
              <a:lnSpc>
                <a:spcPct val="100000"/>
              </a:lnSpc>
              <a:spcBef>
                <a:spcPts val="751"/>
              </a:spcBef>
              <a:tabLst>
                <a:tab algn="l" pos="0"/>
              </a:tabLst>
            </a:pPr>
            <a:r>
              <a:rPr b="0" lang="en-US" sz="1200" spc="-1" strike="noStrike">
                <a:solidFill>
                  <a:srgbClr val="000000"/>
                </a:solidFill>
                <a:latin typeface="Century Gothic"/>
              </a:rPr>
              <a:t>Introduction to Networks v7.0 (ITN) </a:t>
            </a:r>
            <a:endParaRPr b="0" lang="en-GB" sz="1200" spc="-1" strike="noStrike">
              <a:latin typeface="Arial"/>
            </a:endParaRPr>
          </a:p>
          <a:p>
            <a:pPr>
              <a:lnSpc>
                <a:spcPct val="100000"/>
              </a:lnSpc>
              <a:spcBef>
                <a:spcPts val="751"/>
              </a:spcBef>
              <a:tabLst>
                <a:tab algn="l" pos="0"/>
              </a:tabLst>
            </a:pPr>
            <a:endParaRPr b="0" lang="en-GB" sz="1200" spc="-1" strike="noStrike">
              <a:latin typeface="Arial"/>
            </a:endParaRPr>
          </a:p>
        </p:txBody>
      </p:sp>
      <p:sp>
        <p:nvSpPr>
          <p:cNvPr id="463" name="TextShape 2"/>
          <p:cNvSpPr txBox="1"/>
          <p:nvPr/>
        </p:nvSpPr>
        <p:spPr>
          <a:xfrm>
            <a:off x="469440" y="1219320"/>
            <a:ext cx="6557040" cy="1666440"/>
          </a:xfrm>
          <a:prstGeom prst="rect">
            <a:avLst/>
          </a:prstGeom>
          <a:noFill/>
          <a:ln w="0">
            <a:noFill/>
          </a:ln>
        </p:spPr>
        <p:txBody>
          <a:bodyPr anchor="b">
            <a:noAutofit/>
          </a:bodyPr>
          <a:p>
            <a:pPr>
              <a:lnSpc>
                <a:spcPct val="90000"/>
              </a:lnSpc>
              <a:tabLst>
                <a:tab algn="l" pos="0"/>
              </a:tabLst>
            </a:pPr>
            <a:r>
              <a:rPr b="0" lang="en-US" sz="3600" spc="-1" strike="noStrike">
                <a:solidFill>
                  <a:srgbClr val="000000"/>
                </a:solidFill>
                <a:latin typeface="Century Gothic"/>
              </a:rPr>
              <a:t>Chapter 14: Transport Layer</a:t>
            </a:r>
            <a:endParaRPr b="0" lang="en-US" sz="3600" spc="-1" strike="noStrike">
              <a:solidFill>
                <a:srgbClr val="000000"/>
              </a:solidFill>
              <a:latin typeface="Arial"/>
            </a:endParaRPr>
          </a:p>
        </p:txBody>
      </p:sp>
    </p:spTree>
  </p:cSld>
  <p:transition spd="slow">
    <p:wipe dir="l"/>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TextShape 1"/>
          <p:cNvSpPr txBox="1"/>
          <p:nvPr/>
        </p:nvSpPr>
        <p:spPr>
          <a:xfrm>
            <a:off x="1290240" y="437400"/>
            <a:ext cx="6769080" cy="609480"/>
          </a:xfrm>
          <a:prstGeom prst="rect">
            <a:avLst/>
          </a:prstGeom>
          <a:noFill/>
          <a:ln w="0">
            <a:noFill/>
          </a:ln>
        </p:spPr>
        <p:txBody>
          <a:bodyPr>
            <a:noAutofit/>
          </a:bodyPr>
          <a:p>
            <a:pPr>
              <a:lnSpc>
                <a:spcPct val="100000"/>
              </a:lnSpc>
            </a:pPr>
            <a:r>
              <a:rPr b="0" lang="en-US" sz="2700" spc="-1" strike="noStrike">
                <a:solidFill>
                  <a:srgbClr val="178dbb"/>
                </a:solidFill>
                <a:latin typeface="Century Gothic"/>
              </a:rPr>
              <a:t>What to Expect in this Chapter</a:t>
            </a:r>
            <a:endParaRPr b="0" lang="en-US" sz="2700" spc="-1" strike="noStrike">
              <a:solidFill>
                <a:srgbClr val="000000"/>
              </a:solidFill>
              <a:latin typeface="Arial"/>
            </a:endParaRPr>
          </a:p>
        </p:txBody>
      </p:sp>
      <p:sp>
        <p:nvSpPr>
          <p:cNvPr id="465" name="TextShape 2"/>
          <p:cNvSpPr txBox="1"/>
          <p:nvPr/>
        </p:nvSpPr>
        <p:spPr>
          <a:xfrm>
            <a:off x="420480" y="1167480"/>
            <a:ext cx="8049600" cy="345960"/>
          </a:xfrm>
          <a:prstGeom prst="rect">
            <a:avLst/>
          </a:prstGeom>
          <a:noFill/>
          <a:ln w="0">
            <a:noFill/>
          </a:ln>
        </p:spPr>
        <p:txBody>
          <a:bodyPr>
            <a:normAutofit fontScale="51000"/>
          </a:bodyPr>
          <a:p>
            <a:pPr marL="257040" indent="-256680">
              <a:lnSpc>
                <a:spcPct val="100000"/>
              </a:lnSpc>
              <a:spcBef>
                <a:spcPts val="751"/>
              </a:spcBef>
              <a:buClr>
                <a:srgbClr val="353535"/>
              </a:buClr>
              <a:buFont typeface="Wingdings 3" charset="2"/>
              <a:buChar char=""/>
            </a:pPr>
            <a:r>
              <a:rPr b="0" lang="en-US" sz="1350" spc="-1" strike="noStrike">
                <a:solidFill>
                  <a:srgbClr val="404040"/>
                </a:solidFill>
                <a:latin typeface="Century Gothic"/>
              </a:rPr>
              <a:t>To facilitate learning, the following features within the GUI may be included in this Chapter:</a:t>
            </a:r>
            <a:endParaRPr b="0" lang="en-US" sz="1350" spc="-1" strike="noStrike">
              <a:solidFill>
                <a:srgbClr val="404040"/>
              </a:solidFill>
              <a:latin typeface="Century Gothic"/>
            </a:endParaRPr>
          </a:p>
          <a:p>
            <a:pPr>
              <a:lnSpc>
                <a:spcPct val="100000"/>
              </a:lnSpc>
              <a:spcBef>
                <a:spcPts val="751"/>
              </a:spcBef>
            </a:pPr>
            <a:endParaRPr b="0" lang="en-US" sz="1350" spc="-1" strike="noStrike">
              <a:solidFill>
                <a:srgbClr val="404040"/>
              </a:solidFill>
              <a:latin typeface="Century Gothic"/>
            </a:endParaRPr>
          </a:p>
          <a:p>
            <a:pPr>
              <a:lnSpc>
                <a:spcPct val="100000"/>
              </a:lnSpc>
              <a:spcBef>
                <a:spcPts val="751"/>
              </a:spcBef>
            </a:pPr>
            <a:endParaRPr b="0" lang="en-US" sz="1350" spc="-1" strike="noStrike">
              <a:solidFill>
                <a:srgbClr val="404040"/>
              </a:solidFill>
              <a:latin typeface="Century Gothic"/>
            </a:endParaRPr>
          </a:p>
          <a:p>
            <a:pPr>
              <a:lnSpc>
                <a:spcPct val="100000"/>
              </a:lnSpc>
              <a:spcBef>
                <a:spcPts val="751"/>
              </a:spcBef>
              <a:tabLst>
                <a:tab algn="l" pos="0"/>
              </a:tabLst>
            </a:pPr>
            <a:endParaRPr b="0" lang="en-US" sz="1350" spc="-1" strike="noStrike">
              <a:solidFill>
                <a:srgbClr val="404040"/>
              </a:solidFill>
              <a:latin typeface="Century Gothic"/>
            </a:endParaRPr>
          </a:p>
        </p:txBody>
      </p:sp>
      <p:graphicFrame>
        <p:nvGraphicFramePr>
          <p:cNvPr id="466" name="Table 3"/>
          <p:cNvGraphicFramePr/>
          <p:nvPr/>
        </p:nvGraphicFramePr>
        <p:xfrm>
          <a:off x="291960" y="1854000"/>
          <a:ext cx="8557200" cy="1899360"/>
        </p:xfrm>
        <a:graphic>
          <a:graphicData uri="http://schemas.openxmlformats.org/drawingml/2006/table">
            <a:tbl>
              <a:tblPr/>
              <a:tblGrid>
                <a:gridCol w="2140200"/>
                <a:gridCol w="6417000"/>
              </a:tblGrid>
              <a:tr h="289800">
                <a:tc>
                  <a:txBody>
                    <a:bodyPr>
                      <a:noAutofit/>
                    </a:bodyPr>
                    <a:p>
                      <a:pPr>
                        <a:lnSpc>
                          <a:spcPct val="100000"/>
                        </a:lnSpc>
                      </a:pPr>
                      <a:r>
                        <a:rPr b="1" lang="en-US" sz="1350" spc="-1" strike="noStrike">
                          <a:solidFill>
                            <a:srgbClr val="ffffff"/>
                          </a:solidFill>
                          <a:latin typeface="Century Gothic"/>
                        </a:rPr>
                        <a:t>Feature</a:t>
                      </a:r>
                      <a:endParaRPr b="0" lang="en-GB" sz="135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c>
                  <a:txBody>
                    <a:bodyPr>
                      <a:noAutofit/>
                    </a:bodyPr>
                    <a:p>
                      <a:pPr>
                        <a:lnSpc>
                          <a:spcPct val="100000"/>
                        </a:lnSpc>
                      </a:pPr>
                      <a:r>
                        <a:rPr b="1" lang="en-US" sz="1350" spc="-1" strike="noStrike">
                          <a:solidFill>
                            <a:srgbClr val="ffffff"/>
                          </a:solidFill>
                          <a:latin typeface="Century Gothic"/>
                        </a:rPr>
                        <a:t>Description</a:t>
                      </a:r>
                      <a:endParaRPr b="0" lang="en-GB" sz="135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r>
              <a:tr h="331200">
                <a:tc>
                  <a:txBody>
                    <a:bodyPr lIns="9360" rIns="9360" tIns="9360" bIns="0" anchor="b">
                      <a:noAutofit/>
                    </a:bodyPr>
                    <a:p>
                      <a:pPr>
                        <a:lnSpc>
                          <a:spcPct val="100000"/>
                        </a:lnSpc>
                      </a:pPr>
                      <a:r>
                        <a:rPr b="0" lang="en-US" sz="1400" spc="-1" strike="noStrike">
                          <a:solidFill>
                            <a:srgbClr val="000000"/>
                          </a:solidFill>
                          <a:latin typeface="Century Gothic"/>
                        </a:rPr>
                        <a:t>Animations</a:t>
                      </a:r>
                      <a:endParaRPr b="0" lang="en-GB" sz="1400" spc="-1" strike="noStrike">
                        <a:latin typeface="Arial"/>
                      </a:endParaRPr>
                    </a:p>
                  </a:txBody>
                  <a:tcPr marL="9360" marR="936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a:noAutofit/>
                    </a:bodyPr>
                    <a:p>
                      <a:pPr>
                        <a:lnSpc>
                          <a:spcPct val="100000"/>
                        </a:lnSpc>
                        <a:tabLst>
                          <a:tab algn="l" pos="0"/>
                        </a:tabLst>
                      </a:pPr>
                      <a:r>
                        <a:rPr b="0" lang="en-US" sz="1350" spc="-1" strike="noStrike">
                          <a:solidFill>
                            <a:srgbClr val="000000"/>
                          </a:solidFill>
                          <a:latin typeface="Century Gothic"/>
                        </a:rPr>
                        <a:t>Expose learners to new skills and concepts.</a:t>
                      </a:r>
                      <a:endParaRPr b="0" lang="en-GB" sz="135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379080">
                <a:tc>
                  <a:txBody>
                    <a:bodyPr lIns="9360" rIns="9360" tIns="9360" bIns="0" anchor="b">
                      <a:noAutofit/>
                    </a:bodyPr>
                    <a:p>
                      <a:pPr>
                        <a:lnSpc>
                          <a:spcPct val="100000"/>
                        </a:lnSpc>
                        <a:tabLst>
                          <a:tab algn="l" pos="0"/>
                        </a:tabLst>
                      </a:pPr>
                      <a:r>
                        <a:rPr b="0" lang="en-US" sz="1400" spc="-1" strike="noStrike">
                          <a:solidFill>
                            <a:srgbClr val="000000"/>
                          </a:solidFill>
                          <a:latin typeface="Century Gothic"/>
                        </a:rPr>
                        <a:t>Videos</a:t>
                      </a:r>
                      <a:endParaRPr b="0" lang="en-GB" sz="1400" spc="-1" strike="noStrike">
                        <a:latin typeface="Arial"/>
                      </a:endParaRPr>
                    </a:p>
                  </a:txBody>
                  <a:tcPr marL="9360" marR="936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a:noAutofit/>
                    </a:bodyPr>
                    <a:p>
                      <a:pPr>
                        <a:lnSpc>
                          <a:spcPct val="100000"/>
                        </a:lnSpc>
                        <a:tabLst>
                          <a:tab algn="l" pos="0"/>
                        </a:tabLst>
                      </a:pPr>
                      <a:r>
                        <a:rPr b="0" lang="en-US" sz="1350" spc="-1" strike="noStrike">
                          <a:solidFill>
                            <a:srgbClr val="000000"/>
                          </a:solidFill>
                          <a:latin typeface="Century Gothic"/>
                        </a:rPr>
                        <a:t>Expose learners to new skills and concepts.</a:t>
                      </a:r>
                      <a:endParaRPr b="0" lang="en-GB" sz="135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636120">
                <a:tc>
                  <a:txBody>
                    <a:bodyPr lIns="9360" rIns="9360" tIns="9360" bIns="0" anchor="b">
                      <a:noAutofit/>
                    </a:bodyPr>
                    <a:p>
                      <a:pPr>
                        <a:lnSpc>
                          <a:spcPct val="100000"/>
                        </a:lnSpc>
                        <a:tabLst>
                          <a:tab algn="l" pos="0"/>
                        </a:tabLst>
                      </a:pPr>
                      <a:r>
                        <a:rPr b="0" lang="en-US" sz="1400" spc="-1" strike="noStrike">
                          <a:solidFill>
                            <a:srgbClr val="000000"/>
                          </a:solidFill>
                          <a:latin typeface="Century Gothic"/>
                        </a:rPr>
                        <a:t>Check Your Understanding(CYU)</a:t>
                      </a:r>
                      <a:endParaRPr b="0" lang="en-GB" sz="1400" spc="-1" strike="noStrike">
                        <a:latin typeface="Arial"/>
                      </a:endParaRPr>
                    </a:p>
                    <a:p>
                      <a:pPr>
                        <a:lnSpc>
                          <a:spcPct val="100000"/>
                        </a:lnSpc>
                        <a:tabLst>
                          <a:tab algn="l" pos="0"/>
                        </a:tabLst>
                      </a:pPr>
                      <a:endParaRPr b="0" lang="en-GB" sz="1400" spc="-1" strike="noStrike">
                        <a:latin typeface="Arial"/>
                      </a:endParaRPr>
                    </a:p>
                  </a:txBody>
                  <a:tcPr marL="9360" marR="936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a:noAutofit/>
                    </a:bodyPr>
                    <a:p>
                      <a:pPr>
                        <a:lnSpc>
                          <a:spcPct val="100000"/>
                        </a:lnSpc>
                      </a:pPr>
                      <a:r>
                        <a:rPr b="0" lang="en-US" sz="1350" spc="-1" strike="noStrike">
                          <a:solidFill>
                            <a:srgbClr val="000000"/>
                          </a:solidFill>
                          <a:latin typeface="Century Gothic"/>
                        </a:rPr>
                        <a:t>Per topic online quiz to help learners gauge content understanding. </a:t>
                      </a:r>
                      <a:endParaRPr b="0" lang="en-GB" sz="135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289800">
                <a:tc>
                  <a:txBody>
                    <a:bodyPr lIns="9360" rIns="9360" tIns="9360" bIns="0" anchor="b">
                      <a:noAutofit/>
                    </a:bodyPr>
                    <a:p>
                      <a:pPr>
                        <a:lnSpc>
                          <a:spcPct val="100000"/>
                        </a:lnSpc>
                        <a:tabLst>
                          <a:tab algn="l" pos="0"/>
                        </a:tabLst>
                      </a:pPr>
                      <a:r>
                        <a:rPr b="0" lang="en-US" sz="1400" spc="-1" strike="noStrike">
                          <a:solidFill>
                            <a:srgbClr val="000000"/>
                          </a:solidFill>
                          <a:latin typeface="Century Gothic"/>
                        </a:rPr>
                        <a:t>Interactive Activities</a:t>
                      </a:r>
                      <a:endParaRPr b="0" lang="en-GB" sz="1400" spc="-1" strike="noStrike">
                        <a:latin typeface="Arial"/>
                      </a:endParaRPr>
                    </a:p>
                  </a:txBody>
                  <a:tcPr marL="9360" marR="936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a:noAutofit/>
                    </a:bodyPr>
                    <a:p>
                      <a:pPr>
                        <a:lnSpc>
                          <a:spcPct val="100000"/>
                        </a:lnSpc>
                      </a:pPr>
                      <a:r>
                        <a:rPr b="0" lang="en-US" sz="1350" spc="-1" strike="noStrike">
                          <a:solidFill>
                            <a:srgbClr val="000000"/>
                          </a:solidFill>
                          <a:latin typeface="Century Gothic"/>
                        </a:rPr>
                        <a:t>A variety of formats to help learners gauge content understanding.</a:t>
                      </a:r>
                      <a:endParaRPr b="0" lang="en-GB" sz="135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487800">
                <a:tc>
                  <a:txBody>
                    <a:bodyPr lIns="9360" rIns="9360" tIns="9360" bIns="0" anchor="b">
                      <a:noAutofit/>
                    </a:bodyPr>
                    <a:p>
                      <a:pPr>
                        <a:lnSpc>
                          <a:spcPct val="100000"/>
                        </a:lnSpc>
                      </a:pPr>
                      <a:r>
                        <a:rPr b="0" lang="en-US" sz="1400" spc="-1" strike="noStrike">
                          <a:solidFill>
                            <a:srgbClr val="000000"/>
                          </a:solidFill>
                          <a:latin typeface="Century Gothic"/>
                        </a:rPr>
                        <a:t>Syntax Checker</a:t>
                      </a:r>
                      <a:endParaRPr b="0" lang="en-GB" sz="1400" spc="-1" strike="noStrike">
                        <a:latin typeface="Arial"/>
                      </a:endParaRPr>
                    </a:p>
                  </a:txBody>
                  <a:tcPr marL="9360" marR="936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a:noAutofit/>
                    </a:bodyPr>
                    <a:p>
                      <a:pPr>
                        <a:lnSpc>
                          <a:spcPct val="100000"/>
                        </a:lnSpc>
                      </a:pPr>
                      <a:r>
                        <a:rPr b="0" lang="en-US" sz="1350" spc="-1" strike="noStrike">
                          <a:solidFill>
                            <a:srgbClr val="000000"/>
                          </a:solidFill>
                          <a:latin typeface="Century Gothic"/>
                        </a:rPr>
                        <a:t>Small simulations that expose learners to Cisco command line to practice configuration skills.</a:t>
                      </a:r>
                      <a:endParaRPr b="0" lang="en-GB" sz="135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487800">
                <a:tc>
                  <a:txBody>
                    <a:bodyPr lIns="9360" rIns="9360" tIns="9360" bIns="0" anchor="b">
                      <a:noAutofit/>
                    </a:bodyPr>
                    <a:p>
                      <a:pPr>
                        <a:lnSpc>
                          <a:spcPct val="100000"/>
                        </a:lnSpc>
                      </a:pPr>
                      <a:r>
                        <a:rPr b="0" lang="en-US" sz="1400" spc="-1" strike="noStrike">
                          <a:solidFill>
                            <a:srgbClr val="000000"/>
                          </a:solidFill>
                          <a:latin typeface="Century Gothic"/>
                        </a:rPr>
                        <a:t>PT Activity</a:t>
                      </a:r>
                      <a:endParaRPr b="0" lang="en-GB" sz="1400" spc="-1" strike="noStrike">
                        <a:latin typeface="Arial"/>
                      </a:endParaRPr>
                    </a:p>
                  </a:txBody>
                  <a:tcPr marL="9360" marR="936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a:noAutofit/>
                    </a:bodyPr>
                    <a:p>
                      <a:pPr>
                        <a:lnSpc>
                          <a:spcPct val="100000"/>
                        </a:lnSpc>
                      </a:pPr>
                      <a:r>
                        <a:rPr b="0" lang="en-US" sz="1350" spc="-1" strike="noStrike">
                          <a:solidFill>
                            <a:srgbClr val="000000"/>
                          </a:solidFill>
                          <a:latin typeface="Century Gothic"/>
                        </a:rPr>
                        <a:t>Simulation and modeling activities designed to explore, acquire, reinforce, and expand skills.</a:t>
                      </a:r>
                      <a:endParaRPr b="0" lang="en-GB" sz="135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bl>
          </a:graphicData>
        </a:graphic>
      </p:graphicFrame>
    </p:spTree>
  </p:cSld>
  <p:transition spd="slow">
    <p:wipe dir="l"/>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TextShape 1"/>
          <p:cNvSpPr txBox="1"/>
          <p:nvPr/>
        </p:nvSpPr>
        <p:spPr>
          <a:xfrm>
            <a:off x="1155240" y="495000"/>
            <a:ext cx="6662880" cy="756720"/>
          </a:xfrm>
          <a:prstGeom prst="rect">
            <a:avLst/>
          </a:prstGeom>
          <a:noFill/>
          <a:ln w="0">
            <a:noFill/>
          </a:ln>
        </p:spPr>
        <p:txBody>
          <a:bodyPr>
            <a:noAutofit/>
          </a:bodyPr>
          <a:p>
            <a:pPr>
              <a:lnSpc>
                <a:spcPct val="100000"/>
              </a:lnSpc>
            </a:pPr>
            <a:r>
              <a:rPr b="0" lang="en-US" sz="2700" spc="-1" strike="noStrike">
                <a:solidFill>
                  <a:srgbClr val="178dbb"/>
                </a:solidFill>
                <a:latin typeface="Century Gothic"/>
              </a:rPr>
              <a:t>What to Expect in this Chapter (Cont.)</a:t>
            </a:r>
            <a:endParaRPr b="0" lang="en-US" sz="2700" spc="-1" strike="noStrike">
              <a:solidFill>
                <a:srgbClr val="000000"/>
              </a:solidFill>
              <a:latin typeface="Arial"/>
            </a:endParaRPr>
          </a:p>
        </p:txBody>
      </p:sp>
      <p:graphicFrame>
        <p:nvGraphicFramePr>
          <p:cNvPr id="468" name="Table 2"/>
          <p:cNvGraphicFramePr/>
          <p:nvPr/>
        </p:nvGraphicFramePr>
        <p:xfrm>
          <a:off x="274320" y="2831760"/>
          <a:ext cx="8595000" cy="1325160"/>
        </p:xfrm>
        <a:graphic>
          <a:graphicData uri="http://schemas.openxmlformats.org/drawingml/2006/table">
            <a:tbl>
              <a:tblPr/>
              <a:tblGrid>
                <a:gridCol w="2178000"/>
                <a:gridCol w="6417000"/>
              </a:tblGrid>
              <a:tr h="289800">
                <a:tc>
                  <a:txBody>
                    <a:bodyPr lIns="9360" rIns="9360" tIns="9360" bIns="0" anchor="b">
                      <a:noAutofit/>
                    </a:bodyPr>
                    <a:p>
                      <a:pPr>
                        <a:lnSpc>
                          <a:spcPct val="100000"/>
                        </a:lnSpc>
                      </a:pPr>
                      <a:r>
                        <a:rPr b="1" lang="en-US" sz="1400" spc="-1" strike="noStrike">
                          <a:solidFill>
                            <a:srgbClr val="ffffff"/>
                          </a:solidFill>
                          <a:latin typeface="Century Gothic"/>
                        </a:rPr>
                        <a:t>Feature</a:t>
                      </a:r>
                      <a:endParaRPr b="0" lang="en-GB" sz="1400" spc="-1" strike="noStrike">
                        <a:latin typeface="Arial"/>
                      </a:endParaRPr>
                    </a:p>
                  </a:txBody>
                  <a:tcPr marL="9360" marR="936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c>
                  <a:txBody>
                    <a:bodyPr>
                      <a:noAutofit/>
                    </a:bodyPr>
                    <a:p>
                      <a:pPr>
                        <a:lnSpc>
                          <a:spcPct val="100000"/>
                        </a:lnSpc>
                      </a:pPr>
                      <a:r>
                        <a:rPr b="1" lang="en-US" sz="1350" spc="-1" strike="noStrike">
                          <a:solidFill>
                            <a:srgbClr val="ffffff"/>
                          </a:solidFill>
                          <a:latin typeface="Century Gothic"/>
                        </a:rPr>
                        <a:t>Description</a:t>
                      </a:r>
                      <a:endParaRPr b="0" lang="en-GB" sz="135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r>
              <a:tr h="289800">
                <a:tc>
                  <a:txBody>
                    <a:bodyPr lIns="9360" rIns="9360" tIns="9360" bIns="0" anchor="b">
                      <a:noAutofit/>
                    </a:bodyPr>
                    <a:p>
                      <a:pPr>
                        <a:lnSpc>
                          <a:spcPct val="100000"/>
                        </a:lnSpc>
                      </a:pPr>
                      <a:r>
                        <a:rPr b="0" lang="en-US" sz="1400" spc="-1" strike="noStrike">
                          <a:solidFill>
                            <a:srgbClr val="000000"/>
                          </a:solidFill>
                          <a:latin typeface="Century Gothic"/>
                        </a:rPr>
                        <a:t>Hands-On Labs</a:t>
                      </a:r>
                      <a:endParaRPr b="0" lang="en-GB" sz="1400" spc="-1" strike="noStrike">
                        <a:latin typeface="Arial"/>
                      </a:endParaRPr>
                    </a:p>
                  </a:txBody>
                  <a:tcPr marL="9360" marR="936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a:noAutofit/>
                    </a:bodyPr>
                    <a:p>
                      <a:pPr>
                        <a:lnSpc>
                          <a:spcPct val="100000"/>
                        </a:lnSpc>
                      </a:pPr>
                      <a:r>
                        <a:rPr b="0" lang="en-US" sz="1350" spc="-1" strike="noStrike">
                          <a:solidFill>
                            <a:srgbClr val="000000"/>
                          </a:solidFill>
                          <a:latin typeface="Century Gothic"/>
                        </a:rPr>
                        <a:t>Labs designed for working with physical equipment.</a:t>
                      </a:r>
                      <a:endParaRPr b="0" lang="en-GB" sz="135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487800">
                <a:tc>
                  <a:txBody>
                    <a:bodyPr lIns="9360" rIns="9360" tIns="9360" bIns="0" anchor="b">
                      <a:noAutofit/>
                    </a:bodyPr>
                    <a:p>
                      <a:pPr>
                        <a:lnSpc>
                          <a:spcPct val="100000"/>
                        </a:lnSpc>
                        <a:tabLst>
                          <a:tab algn="l" pos="0"/>
                        </a:tabLst>
                      </a:pPr>
                      <a:r>
                        <a:rPr b="0" lang="en-US" sz="1400" spc="-1" strike="noStrike">
                          <a:solidFill>
                            <a:srgbClr val="000000"/>
                          </a:solidFill>
                          <a:latin typeface="Century Gothic"/>
                        </a:rPr>
                        <a:t>Class Activities</a:t>
                      </a:r>
                      <a:endParaRPr b="0" lang="en-GB" sz="1400" spc="-1" strike="noStrike">
                        <a:latin typeface="Arial"/>
                      </a:endParaRPr>
                    </a:p>
                    <a:p>
                      <a:pPr>
                        <a:lnSpc>
                          <a:spcPct val="100000"/>
                        </a:lnSpc>
                        <a:tabLst>
                          <a:tab algn="l" pos="0"/>
                        </a:tabLst>
                      </a:pPr>
                      <a:endParaRPr b="0" lang="en-GB" sz="1400" spc="-1" strike="noStrike">
                        <a:latin typeface="Arial"/>
                      </a:endParaRPr>
                    </a:p>
                  </a:txBody>
                  <a:tcPr marL="9360" marR="936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a:noAutofit/>
                    </a:bodyPr>
                    <a:p>
                      <a:pPr>
                        <a:lnSpc>
                          <a:spcPct val="100000"/>
                        </a:lnSpc>
                      </a:pPr>
                      <a:r>
                        <a:rPr b="0" lang="en-US" sz="1350" spc="-1" strike="noStrike">
                          <a:solidFill>
                            <a:srgbClr val="000000"/>
                          </a:solidFill>
                          <a:latin typeface="Century Gothic"/>
                        </a:rPr>
                        <a:t>These are found on the Instructor Resources page. Class Activities are designed to facilitate learning, class discussion, and collaboration.</a:t>
                      </a:r>
                      <a:endParaRPr b="0" lang="en-GB" sz="135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487800">
                <a:tc>
                  <a:txBody>
                    <a:bodyPr lIns="9360" rIns="9360" tIns="9360" bIns="0" anchor="b">
                      <a:noAutofit/>
                    </a:bodyPr>
                    <a:p>
                      <a:pPr>
                        <a:lnSpc>
                          <a:spcPct val="100000"/>
                        </a:lnSpc>
                      </a:pPr>
                      <a:r>
                        <a:rPr b="0" lang="en-US" sz="1400" spc="-1" strike="noStrike">
                          <a:solidFill>
                            <a:srgbClr val="000000"/>
                          </a:solidFill>
                          <a:latin typeface="Century Gothic"/>
                        </a:rPr>
                        <a:t>Chapter Quizzes</a:t>
                      </a:r>
                      <a:endParaRPr b="0" lang="en-GB" sz="1400" spc="-1" strike="noStrike">
                        <a:latin typeface="Arial"/>
                      </a:endParaRPr>
                    </a:p>
                  </a:txBody>
                  <a:tcPr marL="9360" marR="936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a:noAutofit/>
                    </a:bodyPr>
                    <a:p>
                      <a:pPr>
                        <a:lnSpc>
                          <a:spcPct val="100000"/>
                        </a:lnSpc>
                      </a:pPr>
                      <a:r>
                        <a:rPr b="0" lang="en-US" sz="1350" spc="-1" strike="noStrike">
                          <a:solidFill>
                            <a:srgbClr val="000000"/>
                          </a:solidFill>
                          <a:latin typeface="Century Gothic"/>
                        </a:rPr>
                        <a:t>Self-assessments that integrate concepts and skills learned throughout the series of topics presented in the module.</a:t>
                      </a:r>
                      <a:endParaRPr b="0" lang="en-GB" sz="135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289800">
                <a:tc>
                  <a:txBody>
                    <a:bodyPr lIns="9360" rIns="9360" tIns="9360" bIns="0" anchor="b">
                      <a:noAutofit/>
                    </a:bodyPr>
                    <a:p>
                      <a:pPr>
                        <a:lnSpc>
                          <a:spcPct val="100000"/>
                        </a:lnSpc>
                      </a:pPr>
                      <a:r>
                        <a:rPr b="0" lang="en-US" sz="1400" spc="-1" strike="noStrike">
                          <a:solidFill>
                            <a:srgbClr val="000000"/>
                          </a:solidFill>
                          <a:latin typeface="Century Gothic"/>
                        </a:rPr>
                        <a:t>Chapter Summary</a:t>
                      </a:r>
                      <a:endParaRPr b="0" lang="en-GB" sz="1400" spc="-1" strike="noStrike">
                        <a:latin typeface="Arial"/>
                      </a:endParaRPr>
                    </a:p>
                  </a:txBody>
                  <a:tcPr marL="9360" marR="936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a:noAutofit/>
                    </a:bodyPr>
                    <a:p>
                      <a:pPr>
                        <a:lnSpc>
                          <a:spcPct val="100000"/>
                        </a:lnSpc>
                      </a:pPr>
                      <a:r>
                        <a:rPr b="0" lang="en-US" sz="1350" spc="-1" strike="noStrike">
                          <a:solidFill>
                            <a:srgbClr val="000000"/>
                          </a:solidFill>
                          <a:latin typeface="Century Gothic"/>
                        </a:rPr>
                        <a:t>Briefly recaps module content.</a:t>
                      </a:r>
                      <a:endParaRPr b="0" lang="en-GB" sz="135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bl>
          </a:graphicData>
        </a:graphic>
      </p:graphicFrame>
      <p:sp>
        <p:nvSpPr>
          <p:cNvPr id="469" name="CustomShape 3"/>
          <p:cNvSpPr/>
          <p:nvPr/>
        </p:nvSpPr>
        <p:spPr>
          <a:xfrm>
            <a:off x="428760" y="1695600"/>
            <a:ext cx="7729560" cy="345960"/>
          </a:xfrm>
          <a:prstGeom prst="rect">
            <a:avLst/>
          </a:prstGeom>
          <a:noFill/>
          <a:ln w="0">
            <a:noFill/>
          </a:ln>
        </p:spPr>
        <p:style>
          <a:lnRef idx="0"/>
          <a:fillRef idx="0"/>
          <a:effectRef idx="0"/>
          <a:fontRef idx="minor"/>
        </p:style>
        <p:txBody>
          <a:bodyPr rIns="182880">
            <a:noAutofit/>
          </a:bodyPr>
          <a:p>
            <a:pPr marL="169920" indent="-169560">
              <a:lnSpc>
                <a:spcPct val="100000"/>
              </a:lnSpc>
              <a:spcBef>
                <a:spcPts val="601"/>
              </a:spcBef>
              <a:spcAft>
                <a:spcPts val="601"/>
              </a:spcAft>
              <a:buClr>
                <a:srgbClr val="2e5369"/>
              </a:buClr>
              <a:buSzPct val="90000"/>
              <a:buFont typeface="Wingdings" charset="2"/>
              <a:buChar char=""/>
            </a:pPr>
            <a:r>
              <a:rPr b="0" lang="en-US" sz="1500" spc="-1" strike="noStrike">
                <a:solidFill>
                  <a:srgbClr val="000000"/>
                </a:solidFill>
                <a:latin typeface="Century Gothic"/>
                <a:ea typeface="ＭＳ Ｐゴシック"/>
              </a:rPr>
              <a:t>To facilitate learning, the following features may be included in this Chapter:</a:t>
            </a:r>
            <a:endParaRPr b="0" lang="en-GB" sz="1500" spc="-1" strike="noStrike">
              <a:latin typeface="Arial"/>
            </a:endParaRPr>
          </a:p>
          <a:p>
            <a:pPr>
              <a:lnSpc>
                <a:spcPct val="100000"/>
              </a:lnSpc>
              <a:spcBef>
                <a:spcPts val="601"/>
              </a:spcBef>
              <a:spcAft>
                <a:spcPts val="601"/>
              </a:spcAft>
              <a:tabLst>
                <a:tab algn="l" pos="0"/>
              </a:tabLst>
            </a:pPr>
            <a:endParaRPr b="0" lang="en-GB" sz="1500" spc="-1" strike="noStrike">
              <a:latin typeface="Arial"/>
            </a:endParaRPr>
          </a:p>
          <a:p>
            <a:pPr>
              <a:lnSpc>
                <a:spcPct val="100000"/>
              </a:lnSpc>
              <a:spcBef>
                <a:spcPts val="601"/>
              </a:spcBef>
              <a:spcAft>
                <a:spcPts val="601"/>
              </a:spcAft>
              <a:tabLst>
                <a:tab algn="l" pos="0"/>
              </a:tabLst>
            </a:pPr>
            <a:endParaRPr b="0" lang="en-GB" sz="1500" spc="-1" strike="noStrike">
              <a:latin typeface="Arial"/>
            </a:endParaRPr>
          </a:p>
        </p:txBody>
      </p:sp>
    </p:spTree>
  </p:cSld>
  <p:transition spd="slow">
    <p:wipe dir="l"/>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sp>
        <p:nvSpPr>
          <p:cNvPr id="470" name="TextShape 1"/>
          <p:cNvSpPr txBox="1"/>
          <p:nvPr/>
        </p:nvSpPr>
        <p:spPr>
          <a:xfrm>
            <a:off x="469440" y="3809520"/>
            <a:ext cx="2368440" cy="901800"/>
          </a:xfrm>
          <a:prstGeom prst="rect">
            <a:avLst/>
          </a:prstGeom>
          <a:noFill/>
          <a:ln w="0">
            <a:noFill/>
          </a:ln>
        </p:spPr>
        <p:txBody>
          <a:bodyPr anchor="b">
            <a:noAutofit/>
          </a:bodyPr>
          <a:p>
            <a:pPr>
              <a:lnSpc>
                <a:spcPct val="100000"/>
              </a:lnSpc>
              <a:spcBef>
                <a:spcPts val="751"/>
              </a:spcBef>
              <a:tabLst>
                <a:tab algn="l" pos="0"/>
              </a:tabLst>
            </a:pPr>
            <a:r>
              <a:rPr b="0" lang="en-US" sz="1200" spc="-1" strike="noStrike">
                <a:solidFill>
                  <a:srgbClr val="000000"/>
                </a:solidFill>
                <a:latin typeface="Century Gothic"/>
              </a:rPr>
              <a:t>Introduction to Networks v7.0 (ITN)</a:t>
            </a:r>
            <a:endParaRPr b="0" lang="en-GB" sz="1200" spc="-1" strike="noStrike">
              <a:latin typeface="Arial"/>
            </a:endParaRPr>
          </a:p>
          <a:p>
            <a:pPr>
              <a:lnSpc>
                <a:spcPct val="100000"/>
              </a:lnSpc>
              <a:spcBef>
                <a:spcPts val="751"/>
              </a:spcBef>
              <a:tabLst>
                <a:tab algn="l" pos="0"/>
              </a:tabLst>
            </a:pPr>
            <a:endParaRPr b="0" lang="en-GB" sz="1200" spc="-1" strike="noStrike">
              <a:latin typeface="Arial"/>
            </a:endParaRPr>
          </a:p>
        </p:txBody>
      </p:sp>
      <p:sp>
        <p:nvSpPr>
          <p:cNvPr id="471" name="TextShape 2"/>
          <p:cNvSpPr txBox="1"/>
          <p:nvPr/>
        </p:nvSpPr>
        <p:spPr>
          <a:xfrm>
            <a:off x="469440" y="2316600"/>
            <a:ext cx="6672240" cy="1079640"/>
          </a:xfrm>
          <a:prstGeom prst="rect">
            <a:avLst/>
          </a:prstGeom>
          <a:noFill/>
          <a:ln w="0">
            <a:noFill/>
          </a:ln>
        </p:spPr>
        <p:txBody>
          <a:bodyPr anchor="b">
            <a:noAutofit/>
          </a:bodyPr>
          <a:p>
            <a:pPr>
              <a:lnSpc>
                <a:spcPct val="90000"/>
              </a:lnSpc>
              <a:tabLst>
                <a:tab algn="l" pos="0"/>
              </a:tabLst>
            </a:pPr>
            <a:r>
              <a:rPr b="0" lang="en-US" sz="3600" spc="-1" strike="noStrike">
                <a:solidFill>
                  <a:srgbClr val="000000"/>
                </a:solidFill>
                <a:latin typeface="Century Gothic"/>
              </a:rPr>
              <a:t>Chapter 14: Transport Layer</a:t>
            </a:r>
            <a:endParaRPr b="0" lang="en-US" sz="3600" spc="-1" strike="noStrike">
              <a:solidFill>
                <a:srgbClr val="000000"/>
              </a:solidFill>
              <a:latin typeface="Arial"/>
            </a:endParaRPr>
          </a:p>
        </p:txBody>
      </p:sp>
    </p:spTree>
  </p:cSld>
  <p:transition spd="slow">
    <p:wipe dir="l"/>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TextShape 1"/>
          <p:cNvSpPr txBox="1"/>
          <p:nvPr/>
        </p:nvSpPr>
        <p:spPr>
          <a:xfrm>
            <a:off x="1329120" y="445320"/>
            <a:ext cx="6485400" cy="605160"/>
          </a:xfrm>
          <a:prstGeom prst="rect">
            <a:avLst/>
          </a:prstGeom>
          <a:noFill/>
          <a:ln w="0">
            <a:noFill/>
          </a:ln>
        </p:spPr>
        <p:txBody>
          <a:bodyPr>
            <a:noAutofit/>
          </a:bodyPr>
          <a:p>
            <a:pPr>
              <a:lnSpc>
                <a:spcPct val="100000"/>
              </a:lnSpc>
            </a:pPr>
            <a:r>
              <a:rPr b="0" lang="en-US" sz="2700" spc="-1" strike="noStrike">
                <a:solidFill>
                  <a:srgbClr val="178dbb"/>
                </a:solidFill>
                <a:latin typeface="Century Gothic"/>
              </a:rPr>
              <a:t>Chapter Objectives</a:t>
            </a:r>
            <a:endParaRPr b="0" lang="en-US" sz="2700" spc="-1" strike="noStrike">
              <a:solidFill>
                <a:srgbClr val="000000"/>
              </a:solidFill>
              <a:latin typeface="Arial"/>
            </a:endParaRPr>
          </a:p>
        </p:txBody>
      </p:sp>
      <p:sp>
        <p:nvSpPr>
          <p:cNvPr id="473" name="CustomShape 2"/>
          <p:cNvSpPr/>
          <p:nvPr/>
        </p:nvSpPr>
        <p:spPr>
          <a:xfrm>
            <a:off x="169560" y="1056240"/>
            <a:ext cx="8804160" cy="1065600"/>
          </a:xfrm>
          <a:prstGeom prst="rect">
            <a:avLst/>
          </a:prstGeom>
          <a:noFill/>
          <a:ln w="0">
            <a:noFill/>
          </a:ln>
        </p:spPr>
        <p:style>
          <a:lnRef idx="0"/>
          <a:fillRef idx="0"/>
          <a:effectRef idx="0"/>
          <a:fontRef idx="minor"/>
        </p:style>
        <p:txBody>
          <a:bodyPr anchor="ctr">
            <a:spAutoFit/>
          </a:bodyPr>
          <a:p>
            <a:pPr>
              <a:lnSpc>
                <a:spcPct val="100000"/>
              </a:lnSpc>
            </a:pPr>
            <a:r>
              <a:rPr b="1" lang="en-US" sz="1600" spc="-1" strike="noStrike">
                <a:solidFill>
                  <a:srgbClr val="000000"/>
                </a:solidFill>
                <a:latin typeface="Century Gothic"/>
                <a:ea typeface="Calibri"/>
              </a:rPr>
              <a:t>Chapter Title: </a:t>
            </a:r>
            <a:r>
              <a:rPr b="0" lang="en-US" sz="1600" spc="-1" strike="noStrike">
                <a:solidFill>
                  <a:srgbClr val="000000"/>
                </a:solidFill>
                <a:latin typeface="Century Gothic"/>
                <a:ea typeface="Calibri"/>
              </a:rPr>
              <a:t>Transport Layer</a:t>
            </a:r>
            <a:endParaRPr b="0" lang="en-GB" sz="1600" spc="-1" strike="noStrike">
              <a:latin typeface="Arial"/>
            </a:endParaRPr>
          </a:p>
          <a:p>
            <a:pPr>
              <a:lnSpc>
                <a:spcPct val="100000"/>
              </a:lnSpc>
              <a:tabLst>
                <a:tab algn="l" pos="0"/>
              </a:tabLst>
            </a:pPr>
            <a:endParaRPr b="0" lang="en-GB" sz="1600" spc="-1" strike="noStrike">
              <a:latin typeface="Arial"/>
            </a:endParaRPr>
          </a:p>
          <a:p>
            <a:pPr>
              <a:lnSpc>
                <a:spcPct val="100000"/>
              </a:lnSpc>
              <a:tabLst>
                <a:tab algn="l" pos="0"/>
              </a:tabLst>
            </a:pPr>
            <a:r>
              <a:rPr b="1" lang="en-US" sz="1600" spc="-1" strike="noStrike">
                <a:solidFill>
                  <a:srgbClr val="000000"/>
                </a:solidFill>
                <a:latin typeface="Century Gothic"/>
                <a:ea typeface="Calibri"/>
              </a:rPr>
              <a:t>Chapter Objective</a:t>
            </a:r>
            <a:r>
              <a:rPr b="0" lang="en-US" sz="1600" spc="-1" strike="noStrike">
                <a:solidFill>
                  <a:srgbClr val="000000"/>
                </a:solidFill>
                <a:latin typeface="Century Gothic"/>
                <a:ea typeface="Calibri"/>
              </a:rPr>
              <a:t>: </a:t>
            </a:r>
            <a:r>
              <a:rPr b="0" lang="en-US" sz="1600" spc="-1" strike="noStrike">
                <a:solidFill>
                  <a:srgbClr val="000000"/>
                </a:solidFill>
                <a:latin typeface="Arial"/>
                <a:ea typeface="ＭＳ Ｐゴシック"/>
              </a:rPr>
              <a:t>Compare the operations of transport layer protocols in supporting end-to-end communication.</a:t>
            </a:r>
            <a:endParaRPr b="0" lang="en-GB" sz="1600" spc="-1" strike="noStrike">
              <a:latin typeface="Arial"/>
            </a:endParaRPr>
          </a:p>
        </p:txBody>
      </p:sp>
      <p:graphicFrame>
        <p:nvGraphicFramePr>
          <p:cNvPr id="474" name="Table 3"/>
          <p:cNvGraphicFramePr/>
          <p:nvPr/>
        </p:nvGraphicFramePr>
        <p:xfrm>
          <a:off x="574920" y="2127960"/>
          <a:ext cx="8276400" cy="2870280"/>
        </p:xfrm>
        <a:graphic>
          <a:graphicData uri="http://schemas.openxmlformats.org/drawingml/2006/table">
            <a:tbl>
              <a:tblPr/>
              <a:tblGrid>
                <a:gridCol w="2745000"/>
                <a:gridCol w="5531400"/>
              </a:tblGrid>
              <a:tr h="219240">
                <a:tc>
                  <a:txBody>
                    <a:bodyPr lIns="68400" rIns="68400" tIns="0" bIns="0">
                      <a:noAutofit/>
                    </a:bodyPr>
                    <a:p>
                      <a:pPr>
                        <a:lnSpc>
                          <a:spcPct val="107000"/>
                        </a:lnSpc>
                      </a:pPr>
                      <a:r>
                        <a:rPr b="1" lang="en-US" sz="1200" spc="-1" strike="noStrike">
                          <a:solidFill>
                            <a:srgbClr val="ffffff"/>
                          </a:solidFill>
                          <a:latin typeface="Century Gothic"/>
                        </a:rPr>
                        <a:t>Topic Title</a:t>
                      </a:r>
                      <a:endParaRPr b="0" lang="en-GB" sz="1200" spc="-1" strike="noStrike">
                        <a:latin typeface="Arial"/>
                      </a:endParaRPr>
                    </a:p>
                  </a:txBody>
                  <a:tcPr marL="68400" marR="6840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c>
                  <a:txBody>
                    <a:bodyPr lIns="68400" rIns="68400" tIns="0" bIns="0">
                      <a:noAutofit/>
                    </a:bodyPr>
                    <a:p>
                      <a:pPr>
                        <a:lnSpc>
                          <a:spcPct val="107000"/>
                        </a:lnSpc>
                      </a:pPr>
                      <a:r>
                        <a:rPr b="1" lang="en-US" sz="1200" spc="-1" strike="noStrike">
                          <a:solidFill>
                            <a:srgbClr val="ffffff"/>
                          </a:solidFill>
                          <a:latin typeface="Century Gothic"/>
                        </a:rPr>
                        <a:t>Topic Objective</a:t>
                      </a:r>
                      <a:endParaRPr b="0" lang="en-GB" sz="1200" spc="-1" strike="noStrike">
                        <a:latin typeface="Arial"/>
                      </a:endParaRPr>
                    </a:p>
                  </a:txBody>
                  <a:tcPr marL="68400" marR="6840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r>
              <a:tr h="544320">
                <a:tc>
                  <a:txBody>
                    <a:bodyPr lIns="68400" rIns="68400" tIns="0" bIns="0">
                      <a:noAutofit/>
                    </a:bodyPr>
                    <a:p>
                      <a:pPr>
                        <a:lnSpc>
                          <a:spcPct val="107000"/>
                        </a:lnSpc>
                      </a:pPr>
                      <a:r>
                        <a:rPr b="1" lang="en-US" sz="1200" spc="-1" strike="noStrike">
                          <a:solidFill>
                            <a:srgbClr val="ffffff"/>
                          </a:solidFill>
                          <a:latin typeface="Century Gothic"/>
                        </a:rPr>
                        <a:t>Transportation of Data</a:t>
                      </a:r>
                      <a:endParaRPr b="0" lang="en-GB" sz="1200" spc="-1" strike="noStrike">
                        <a:latin typeface="Arial"/>
                      </a:endParaRP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rgbClr val="353535"/>
                    </a:solidFill>
                  </a:tcPr>
                </a:tc>
                <a:tc>
                  <a:txBody>
                    <a:bodyPr lIns="68400" rIns="68400" tIns="0" bIns="0">
                      <a:noAutofit/>
                    </a:bodyPr>
                    <a:p>
                      <a:pPr>
                        <a:lnSpc>
                          <a:spcPct val="107000"/>
                        </a:lnSpc>
                      </a:pPr>
                      <a:r>
                        <a:rPr b="0" lang="en-US" sz="1200" spc="-1" strike="noStrike">
                          <a:solidFill>
                            <a:srgbClr val="080808"/>
                          </a:solidFill>
                          <a:latin typeface="Century Gothic"/>
                          <a:ea typeface="Calibri"/>
                        </a:rPr>
                        <a:t>Explain the purpose of the transport layer in managing the transportation of data in end-to-end communication.</a:t>
                      </a:r>
                      <a:endParaRPr b="0" lang="en-GB" sz="1200" spc="-1" strike="noStrike">
                        <a:latin typeface="Arial"/>
                      </a:endParaRP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362520">
                <a:tc>
                  <a:txBody>
                    <a:bodyPr lIns="68400" rIns="68400" tIns="0" bIns="0">
                      <a:noAutofit/>
                    </a:bodyPr>
                    <a:p>
                      <a:pPr>
                        <a:lnSpc>
                          <a:spcPct val="107000"/>
                        </a:lnSpc>
                      </a:pPr>
                      <a:r>
                        <a:rPr b="1" lang="en-US" sz="1200" spc="-1" strike="noStrike">
                          <a:solidFill>
                            <a:srgbClr val="ffffff"/>
                          </a:solidFill>
                          <a:latin typeface="Century Gothic"/>
                        </a:rPr>
                        <a:t>TCP Overview</a:t>
                      </a:r>
                      <a:endParaRPr b="0" lang="en-GB" sz="1200" spc="-1" strike="noStrike">
                        <a:latin typeface="Arial"/>
                      </a:endParaRP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rgbClr val="353535"/>
                    </a:solidFill>
                  </a:tcPr>
                </a:tc>
                <a:tc>
                  <a:txBody>
                    <a:bodyPr lIns="68400" rIns="68400" tIns="0" bIns="0">
                      <a:noAutofit/>
                    </a:bodyPr>
                    <a:p>
                      <a:pPr>
                        <a:lnSpc>
                          <a:spcPct val="107000"/>
                        </a:lnSpc>
                      </a:pPr>
                      <a:r>
                        <a:rPr b="0" lang="en-US" sz="1200" spc="-1" strike="noStrike">
                          <a:solidFill>
                            <a:srgbClr val="080808"/>
                          </a:solidFill>
                          <a:latin typeface="Century Gothic"/>
                        </a:rPr>
                        <a:t>Explain characteristics of TCP.</a:t>
                      </a:r>
                      <a:endParaRPr b="0" lang="en-GB" sz="1200" spc="-1" strike="noStrike">
                        <a:latin typeface="Arial"/>
                      </a:endParaRP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195480">
                <a:tc>
                  <a:txBody>
                    <a:bodyPr lIns="68400" rIns="68400" tIns="0" bIns="0">
                      <a:noAutofit/>
                    </a:bodyPr>
                    <a:p>
                      <a:pPr>
                        <a:lnSpc>
                          <a:spcPct val="107000"/>
                        </a:lnSpc>
                      </a:pPr>
                      <a:r>
                        <a:rPr b="1" lang="en-US" sz="1200" spc="-1" strike="noStrike">
                          <a:solidFill>
                            <a:srgbClr val="ffffff"/>
                          </a:solidFill>
                          <a:latin typeface="Century Gothic"/>
                        </a:rPr>
                        <a:t>UDP Overview</a:t>
                      </a:r>
                      <a:endParaRPr b="0" lang="en-GB" sz="1200" spc="-1" strike="noStrike">
                        <a:latin typeface="Arial"/>
                      </a:endParaRP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rgbClr val="353535"/>
                    </a:solidFill>
                  </a:tcPr>
                </a:tc>
                <a:tc>
                  <a:txBody>
                    <a:bodyPr lIns="68400" rIns="68400" tIns="0" bIns="0">
                      <a:noAutofit/>
                    </a:bodyPr>
                    <a:p>
                      <a:pPr>
                        <a:lnSpc>
                          <a:spcPct val="107000"/>
                        </a:lnSpc>
                      </a:pPr>
                      <a:r>
                        <a:rPr b="0" lang="en-US" sz="1200" spc="-1" strike="noStrike">
                          <a:solidFill>
                            <a:srgbClr val="080808"/>
                          </a:solidFill>
                          <a:latin typeface="Century Gothic"/>
                          <a:ea typeface="Calibri"/>
                        </a:rPr>
                        <a:t>Explain characteristics of UDP.</a:t>
                      </a:r>
                      <a:endParaRPr b="0" lang="en-GB" sz="1200" spc="-1" strike="noStrike">
                        <a:latin typeface="Arial"/>
                      </a:endParaRP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215280">
                <a:tc>
                  <a:txBody>
                    <a:bodyPr lIns="68400" rIns="68400" tIns="0" bIns="0">
                      <a:noAutofit/>
                    </a:bodyPr>
                    <a:p>
                      <a:pPr>
                        <a:lnSpc>
                          <a:spcPct val="107000"/>
                        </a:lnSpc>
                      </a:pPr>
                      <a:r>
                        <a:rPr b="1" lang="en-US" sz="1200" spc="-1" strike="noStrike">
                          <a:solidFill>
                            <a:srgbClr val="ffffff"/>
                          </a:solidFill>
                          <a:latin typeface="Century Gothic"/>
                        </a:rPr>
                        <a:t>Port Numbers</a:t>
                      </a:r>
                      <a:endParaRPr b="0" lang="en-GB" sz="1200" spc="-1" strike="noStrike">
                        <a:latin typeface="Arial"/>
                      </a:endParaRP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rgbClr val="353535"/>
                    </a:solidFill>
                  </a:tcPr>
                </a:tc>
                <a:tc>
                  <a:txBody>
                    <a:bodyPr lIns="68400" rIns="68400" tIns="0" bIns="0">
                      <a:noAutofit/>
                    </a:bodyPr>
                    <a:p>
                      <a:pPr>
                        <a:lnSpc>
                          <a:spcPct val="107000"/>
                        </a:lnSpc>
                      </a:pPr>
                      <a:r>
                        <a:rPr b="0" lang="en-US" sz="1200" spc="-1" strike="noStrike">
                          <a:solidFill>
                            <a:srgbClr val="080808"/>
                          </a:solidFill>
                          <a:latin typeface="Century Gothic"/>
                        </a:rPr>
                        <a:t>Explain how TCP and UDP use port numbers.</a:t>
                      </a:r>
                      <a:endParaRPr b="0" lang="en-GB" sz="1200" spc="-1" strike="noStrike">
                        <a:latin typeface="Arial"/>
                      </a:endParaRP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580320">
                <a:tc>
                  <a:txBody>
                    <a:bodyPr lIns="68400" rIns="68400" tIns="0" bIns="0">
                      <a:noAutofit/>
                    </a:bodyPr>
                    <a:p>
                      <a:pPr>
                        <a:lnSpc>
                          <a:spcPct val="107000"/>
                        </a:lnSpc>
                      </a:pPr>
                      <a:r>
                        <a:rPr b="1" lang="en-US" sz="1200" spc="-1" strike="noStrike">
                          <a:solidFill>
                            <a:srgbClr val="ffffff"/>
                          </a:solidFill>
                          <a:latin typeface="Century Gothic"/>
                        </a:rPr>
                        <a:t>TCP Communication Process</a:t>
                      </a:r>
                      <a:endParaRPr b="0" lang="en-GB" sz="1200" spc="-1" strike="noStrike">
                        <a:latin typeface="Arial"/>
                      </a:endParaRP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rgbClr val="353535"/>
                    </a:solidFill>
                  </a:tcPr>
                </a:tc>
                <a:tc>
                  <a:txBody>
                    <a:bodyPr lIns="68400" rIns="68400" tIns="0" bIns="0">
                      <a:noAutofit/>
                    </a:bodyPr>
                    <a:p>
                      <a:pPr>
                        <a:lnSpc>
                          <a:spcPct val="107000"/>
                        </a:lnSpc>
                      </a:pPr>
                      <a:r>
                        <a:rPr b="0" lang="en-US" sz="1200" spc="-1" strike="noStrike">
                          <a:solidFill>
                            <a:srgbClr val="080808"/>
                          </a:solidFill>
                          <a:latin typeface="Century Gothic"/>
                        </a:rPr>
                        <a:t>Explain how TCP session establishment and termination processes facilitate reliable communication.</a:t>
                      </a:r>
                      <a:endParaRPr b="0" lang="en-GB" sz="1200" spc="-1" strike="noStrike">
                        <a:latin typeface="Arial"/>
                      </a:endParaRP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390600">
                <a:tc>
                  <a:txBody>
                    <a:bodyPr lIns="68400" rIns="68400" tIns="0" bIns="0">
                      <a:noAutofit/>
                    </a:bodyPr>
                    <a:p>
                      <a:pPr>
                        <a:lnSpc>
                          <a:spcPct val="107000"/>
                        </a:lnSpc>
                      </a:pPr>
                      <a:r>
                        <a:rPr b="1" lang="en-US" sz="1200" spc="-1" strike="noStrike">
                          <a:solidFill>
                            <a:srgbClr val="ffffff"/>
                          </a:solidFill>
                          <a:latin typeface="Century Gothic"/>
                        </a:rPr>
                        <a:t>Reliability and Flow Control</a:t>
                      </a:r>
                      <a:endParaRPr b="0" lang="en-GB" sz="1200" spc="-1" strike="noStrike">
                        <a:latin typeface="Arial"/>
                      </a:endParaRP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rgbClr val="353535"/>
                    </a:solidFill>
                  </a:tcPr>
                </a:tc>
                <a:tc>
                  <a:txBody>
                    <a:bodyPr lIns="68400" rIns="68400" tIns="0" bIns="0">
                      <a:noAutofit/>
                    </a:bodyPr>
                    <a:p>
                      <a:pPr>
                        <a:lnSpc>
                          <a:spcPct val="107000"/>
                        </a:lnSpc>
                      </a:pPr>
                      <a:r>
                        <a:rPr b="0" lang="en-US" sz="1200" spc="-1" strike="noStrike">
                          <a:solidFill>
                            <a:srgbClr val="080808"/>
                          </a:solidFill>
                          <a:latin typeface="Century Gothic"/>
                        </a:rPr>
                        <a:t>Explain how TCP protocol data units are transmitted and acknowledged to guarantee delivery.</a:t>
                      </a:r>
                      <a:endParaRPr b="0" lang="en-GB" sz="1200" spc="-1" strike="noStrike">
                        <a:latin typeface="Arial"/>
                      </a:endParaRP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423360">
                <a:tc>
                  <a:txBody>
                    <a:bodyPr lIns="68400" rIns="68400" tIns="0" bIns="0">
                      <a:noAutofit/>
                    </a:bodyPr>
                    <a:p>
                      <a:pPr>
                        <a:lnSpc>
                          <a:spcPct val="107000"/>
                        </a:lnSpc>
                      </a:pPr>
                      <a:r>
                        <a:rPr b="1" lang="en-US" sz="1100" spc="-1" strike="noStrike">
                          <a:solidFill>
                            <a:srgbClr val="ffffff"/>
                          </a:solidFill>
                          <a:latin typeface="Arial"/>
                          <a:ea typeface="Calibri"/>
                        </a:rPr>
                        <a:t>UDP Communication</a:t>
                      </a:r>
                      <a:endParaRPr b="0" lang="en-GB" sz="1100" spc="-1" strike="noStrike">
                        <a:latin typeface="Arial"/>
                      </a:endParaRP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rgbClr val="353535"/>
                    </a:solidFill>
                  </a:tcPr>
                </a:tc>
                <a:tc>
                  <a:txBody>
                    <a:bodyPr lIns="68400" rIns="68400" tIns="0" bIns="0">
                      <a:noAutofit/>
                    </a:bodyPr>
                    <a:p>
                      <a:pPr>
                        <a:lnSpc>
                          <a:spcPct val="107000"/>
                        </a:lnSpc>
                      </a:pPr>
                      <a:r>
                        <a:rPr b="0" lang="en-US" sz="1200" spc="-1" strike="noStrike">
                          <a:solidFill>
                            <a:srgbClr val="080808"/>
                          </a:solidFill>
                          <a:latin typeface="Century Gothic"/>
                        </a:rPr>
                        <a:t>Compare the operations of transport layer protocols in supporting end-to-end communication</a:t>
                      </a:r>
                      <a:r>
                        <a:rPr b="0" lang="en-US" sz="1400" spc="-1" strike="noStrike">
                          <a:solidFill>
                            <a:srgbClr val="080808"/>
                          </a:solidFill>
                          <a:latin typeface="Century Gothic"/>
                        </a:rPr>
                        <a:t>.</a:t>
                      </a:r>
                      <a:endParaRPr b="0" lang="en-GB" sz="1400" spc="-1" strike="noStrike">
                        <a:latin typeface="Arial"/>
                      </a:endParaRP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bl>
          </a:graphicData>
        </a:graphic>
      </p:graphicFrame>
    </p:spTree>
  </p:cSld>
  <p:transition spd="slow">
    <p:wipe dir="l"/>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sp>
        <p:nvSpPr>
          <p:cNvPr id="475" name="TextShape 1"/>
          <p:cNvSpPr txBox="1"/>
          <p:nvPr/>
        </p:nvSpPr>
        <p:spPr>
          <a:xfrm>
            <a:off x="416520" y="1788120"/>
            <a:ext cx="7597800" cy="1535760"/>
          </a:xfrm>
          <a:prstGeom prst="rect">
            <a:avLst/>
          </a:prstGeom>
          <a:noFill/>
          <a:ln w="0">
            <a:noFill/>
          </a:ln>
        </p:spPr>
        <p:txBody>
          <a:bodyPr anchor="b">
            <a:noAutofit/>
          </a:bodyPr>
          <a:p>
            <a:pPr>
              <a:lnSpc>
                <a:spcPct val="90000"/>
              </a:lnSpc>
              <a:tabLst>
                <a:tab algn="l" pos="0"/>
              </a:tabLst>
            </a:pPr>
            <a:r>
              <a:rPr b="0" lang="en-US" sz="4600" spc="-1" strike="noStrike">
                <a:solidFill>
                  <a:srgbClr val="000000"/>
                </a:solidFill>
                <a:latin typeface="Century Gothic"/>
              </a:rPr>
              <a:t>14.1 </a:t>
            </a:r>
            <a:r>
              <a:rPr b="0" lang="en-US" sz="4600" spc="-1" strike="noStrike">
                <a:solidFill>
                  <a:srgbClr val="000000"/>
                </a:solidFill>
                <a:latin typeface="Century Gothic"/>
              </a:rPr>
              <a:t>Transpor</a:t>
            </a:r>
            <a:r>
              <a:rPr b="0" lang="en-US" sz="4600" spc="-1" strike="noStrike">
                <a:solidFill>
                  <a:srgbClr val="000000"/>
                </a:solidFill>
                <a:latin typeface="Century Gothic"/>
              </a:rPr>
              <a:t>tation of </a:t>
            </a:r>
            <a:r>
              <a:rPr b="0" lang="en-US" sz="4600" spc="-1" strike="noStrike">
                <a:solidFill>
                  <a:srgbClr val="000000"/>
                </a:solidFill>
                <a:latin typeface="Century Gothic"/>
              </a:rPr>
              <a:t>Data</a:t>
            </a:r>
            <a:endParaRPr b="0" lang="en-US" sz="4600" spc="-1" strike="noStrike">
              <a:solidFill>
                <a:srgbClr val="000000"/>
              </a:solidFill>
              <a:latin typeface="Arial"/>
            </a:endParaRPr>
          </a:p>
        </p:txBody>
      </p:sp>
    </p:spTree>
  </p:cSld>
  <p:transition spd="slow">
    <p:wipe dir="l"/>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TextShape 1"/>
          <p:cNvSpPr txBox="1"/>
          <p:nvPr/>
        </p:nvSpPr>
        <p:spPr>
          <a:xfrm>
            <a:off x="409680" y="1103400"/>
            <a:ext cx="3601800" cy="3559320"/>
          </a:xfrm>
          <a:prstGeom prst="rect">
            <a:avLst/>
          </a:prstGeom>
          <a:noFill/>
          <a:ln w="0">
            <a:noFill/>
          </a:ln>
        </p:spPr>
        <p:txBody>
          <a:bodyPr>
            <a:noAutofit/>
          </a:bodyPr>
          <a:p>
            <a:pPr>
              <a:lnSpc>
                <a:spcPct val="100000"/>
              </a:lnSpc>
              <a:spcBef>
                <a:spcPts val="360"/>
              </a:spcBef>
              <a:tabLst>
                <a:tab algn="l" pos="0"/>
              </a:tabLst>
            </a:pPr>
            <a:r>
              <a:rPr b="0" lang="en-US" sz="1800" spc="-1" strike="noStrike">
                <a:solidFill>
                  <a:srgbClr val="000000"/>
                </a:solidFill>
                <a:latin typeface="Century Gothic"/>
              </a:rPr>
              <a:t>The transport layer is:</a:t>
            </a:r>
            <a:endParaRPr b="0" lang="en-US" sz="1800" spc="-1" strike="noStrike">
              <a:solidFill>
                <a:srgbClr val="404040"/>
              </a:solidFill>
              <a:latin typeface="Century Gothic"/>
            </a:endParaRPr>
          </a:p>
          <a:p>
            <a:pPr marL="285840" indent="-285480">
              <a:lnSpc>
                <a:spcPct val="100000"/>
              </a:lnSpc>
              <a:spcBef>
                <a:spcPts val="360"/>
              </a:spcBef>
              <a:buClr>
                <a:srgbClr val="000000"/>
              </a:buClr>
              <a:buFont typeface="Arial"/>
              <a:buChar char="•"/>
              <a:tabLst>
                <a:tab algn="l" pos="0"/>
              </a:tabLst>
            </a:pPr>
            <a:r>
              <a:rPr b="0" lang="en-US" sz="1800" spc="-1" strike="noStrike">
                <a:solidFill>
                  <a:srgbClr val="000000"/>
                </a:solidFill>
                <a:latin typeface="Century Gothic"/>
              </a:rPr>
              <a:t>responsible for logical communications between applications running on different hosts.</a:t>
            </a:r>
            <a:endParaRPr b="0" lang="en-US" sz="1800" spc="-1" strike="noStrike">
              <a:solidFill>
                <a:srgbClr val="404040"/>
              </a:solidFill>
              <a:latin typeface="Century Gothic"/>
            </a:endParaRPr>
          </a:p>
          <a:p>
            <a:pPr marL="343080" indent="-342720">
              <a:lnSpc>
                <a:spcPct val="100000"/>
              </a:lnSpc>
              <a:spcBef>
                <a:spcPts val="360"/>
              </a:spcBef>
              <a:buClr>
                <a:srgbClr val="000000"/>
              </a:buClr>
              <a:buFont typeface="Arial"/>
              <a:buChar char="•"/>
              <a:tabLst>
                <a:tab algn="l" pos="0"/>
              </a:tabLst>
            </a:pPr>
            <a:r>
              <a:rPr b="0" lang="en-US" sz="1800" spc="-1" strike="noStrike">
                <a:solidFill>
                  <a:srgbClr val="000000"/>
                </a:solidFill>
                <a:latin typeface="Century Gothic"/>
              </a:rPr>
              <a:t>The link between the application layer and the lower layers that are responsible for network transmission.</a:t>
            </a:r>
            <a:endParaRPr b="0" lang="en-US" sz="1800" spc="-1" strike="noStrike">
              <a:solidFill>
                <a:srgbClr val="404040"/>
              </a:solidFill>
              <a:latin typeface="Century Gothic"/>
            </a:endParaRPr>
          </a:p>
          <a:p>
            <a:pPr marL="343080" indent="-342720">
              <a:lnSpc>
                <a:spcPct val="100000"/>
              </a:lnSpc>
              <a:spcBef>
                <a:spcPts val="360"/>
              </a:spcBef>
              <a:buClr>
                <a:srgbClr val="000000"/>
              </a:buClr>
              <a:buFont typeface="Arial"/>
              <a:buChar char="•"/>
              <a:tabLst>
                <a:tab algn="l" pos="0"/>
              </a:tabLst>
            </a:pPr>
            <a:r>
              <a:rPr b="0" lang="en-US" sz="1800" spc="-1" strike="noStrike">
                <a:solidFill>
                  <a:srgbClr val="000000"/>
                </a:solidFill>
                <a:latin typeface="Century Gothic"/>
              </a:rPr>
              <a:t> </a:t>
            </a:r>
            <a:endParaRPr b="0" lang="en-US" sz="1800" spc="-1" strike="noStrike">
              <a:solidFill>
                <a:srgbClr val="404040"/>
              </a:solidFill>
              <a:latin typeface="Century Gothic"/>
            </a:endParaRPr>
          </a:p>
          <a:p>
            <a:pPr>
              <a:lnSpc>
                <a:spcPct val="100000"/>
              </a:lnSpc>
              <a:spcBef>
                <a:spcPts val="360"/>
              </a:spcBef>
              <a:tabLst>
                <a:tab algn="l" pos="0"/>
              </a:tabLst>
            </a:pPr>
            <a:r>
              <a:rPr b="0" lang="en-US" sz="1800" spc="-1" strike="noStrike">
                <a:solidFill>
                  <a:srgbClr val="000000"/>
                </a:solidFill>
                <a:latin typeface="Century Gothic"/>
              </a:rPr>
              <a:t>https://www.youtube.com/watch?v=sgAO2zU0VPI</a:t>
            </a:r>
            <a:endParaRPr b="0" lang="en-US" sz="1800" spc="-1" strike="noStrike">
              <a:solidFill>
                <a:srgbClr val="404040"/>
              </a:solidFill>
              <a:latin typeface="Century Gothic"/>
            </a:endParaRPr>
          </a:p>
          <a:p>
            <a:pPr>
              <a:lnSpc>
                <a:spcPct val="100000"/>
              </a:lnSpc>
              <a:spcBef>
                <a:spcPts val="360"/>
              </a:spcBef>
              <a:tabLst>
                <a:tab algn="l" pos="0"/>
              </a:tabLst>
            </a:pPr>
            <a:endParaRPr b="0" lang="en-US" sz="1800" spc="-1" strike="noStrike">
              <a:solidFill>
                <a:srgbClr val="404040"/>
              </a:solidFill>
              <a:latin typeface="Century Gothic"/>
            </a:endParaRPr>
          </a:p>
          <a:p>
            <a:pPr>
              <a:lnSpc>
                <a:spcPct val="100000"/>
              </a:lnSpc>
              <a:spcBef>
                <a:spcPts val="320"/>
              </a:spcBef>
              <a:tabLst>
                <a:tab algn="l" pos="0"/>
              </a:tabLst>
            </a:pPr>
            <a:endParaRPr b="0" lang="en-US" sz="1800" spc="-1" strike="noStrike">
              <a:solidFill>
                <a:srgbClr val="404040"/>
              </a:solidFill>
              <a:latin typeface="Century Gothic"/>
            </a:endParaRPr>
          </a:p>
        </p:txBody>
      </p:sp>
      <p:sp>
        <p:nvSpPr>
          <p:cNvPr id="477" name="TextShape 2"/>
          <p:cNvSpPr txBox="1"/>
          <p:nvPr/>
        </p:nvSpPr>
        <p:spPr>
          <a:xfrm>
            <a:off x="666360" y="12348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Transportation of Data</a:t>
            </a:r>
            <a:br/>
            <a:r>
              <a:rPr b="0" lang="en-US" sz="2400" spc="-1" strike="noStrike">
                <a:solidFill>
                  <a:srgbClr val="004c69"/>
                </a:solidFill>
                <a:latin typeface="Century Gothic"/>
              </a:rPr>
              <a:t>Role of the Transport Layer</a:t>
            </a:r>
            <a:endParaRPr b="0" lang="en-US" sz="2400" spc="-1" strike="noStrike">
              <a:solidFill>
                <a:srgbClr val="000000"/>
              </a:solidFill>
              <a:latin typeface="Arial"/>
            </a:endParaRPr>
          </a:p>
        </p:txBody>
      </p:sp>
      <p:pic>
        <p:nvPicPr>
          <p:cNvPr id="478" name="Picture 5" descr=""/>
          <p:cNvPicPr/>
          <p:nvPr/>
        </p:nvPicPr>
        <p:blipFill>
          <a:blip r:embed="rId1"/>
          <a:stretch/>
        </p:blipFill>
        <p:spPr>
          <a:xfrm>
            <a:off x="4318920" y="1103400"/>
            <a:ext cx="4478760" cy="35593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TextShape 1"/>
          <p:cNvSpPr txBox="1"/>
          <p:nvPr/>
        </p:nvSpPr>
        <p:spPr>
          <a:xfrm>
            <a:off x="361440" y="1028160"/>
            <a:ext cx="3770280" cy="3864600"/>
          </a:xfrm>
          <a:prstGeom prst="rect">
            <a:avLst/>
          </a:prstGeom>
          <a:noFill/>
          <a:ln w="0">
            <a:noFill/>
          </a:ln>
        </p:spPr>
        <p:txBody>
          <a:bodyPr>
            <a:noAutofit/>
          </a:bodyPr>
          <a:p>
            <a:pPr>
              <a:lnSpc>
                <a:spcPct val="100000"/>
              </a:lnSpc>
              <a:spcBef>
                <a:spcPts val="320"/>
              </a:spcBef>
              <a:tabLst>
                <a:tab algn="l" pos="0"/>
              </a:tabLst>
            </a:pPr>
            <a:r>
              <a:rPr b="0" lang="en-US" sz="1600" spc="-1" strike="noStrike">
                <a:solidFill>
                  <a:srgbClr val="000000"/>
                </a:solidFill>
                <a:latin typeface="Century Gothic"/>
              </a:rPr>
              <a:t>The transport layer has the following responsibilities:</a:t>
            </a:r>
            <a:endParaRPr b="0" lang="en-US" sz="1600" spc="-1" strike="noStrike">
              <a:solidFill>
                <a:srgbClr val="404040"/>
              </a:solidFill>
              <a:latin typeface="Century Gothic"/>
            </a:endParaRPr>
          </a:p>
          <a:p>
            <a:pPr marL="343080" indent="-342720">
              <a:lnSpc>
                <a:spcPct val="100000"/>
              </a:lnSpc>
              <a:spcBef>
                <a:spcPts val="320"/>
              </a:spcBef>
              <a:buClr>
                <a:srgbClr val="000000"/>
              </a:buClr>
              <a:buFont typeface="Arial"/>
              <a:buChar char="•"/>
              <a:tabLst>
                <a:tab algn="l" pos="0"/>
              </a:tabLst>
            </a:pPr>
            <a:r>
              <a:rPr b="0" lang="en-US" sz="1600" spc="-1" strike="noStrike">
                <a:solidFill>
                  <a:srgbClr val="000000"/>
                </a:solidFill>
                <a:latin typeface="Century Gothic"/>
              </a:rPr>
              <a:t>Tracking individual conversations</a:t>
            </a:r>
            <a:endParaRPr b="0" lang="en-US" sz="1600" spc="-1" strike="noStrike">
              <a:solidFill>
                <a:srgbClr val="404040"/>
              </a:solidFill>
              <a:latin typeface="Century Gothic"/>
            </a:endParaRPr>
          </a:p>
          <a:p>
            <a:pPr marL="343080" indent="-342720">
              <a:lnSpc>
                <a:spcPct val="100000"/>
              </a:lnSpc>
              <a:spcBef>
                <a:spcPts val="320"/>
              </a:spcBef>
              <a:buClr>
                <a:srgbClr val="000000"/>
              </a:buClr>
              <a:buFont typeface="Arial"/>
              <a:buChar char="•"/>
              <a:tabLst>
                <a:tab algn="l" pos="0"/>
              </a:tabLst>
            </a:pPr>
            <a:r>
              <a:rPr b="0" lang="en-US" sz="1600" spc="-1" strike="noStrike">
                <a:solidFill>
                  <a:srgbClr val="000000"/>
                </a:solidFill>
                <a:latin typeface="Century Gothic"/>
              </a:rPr>
              <a:t>Segmenting data and reassembling segments</a:t>
            </a:r>
            <a:endParaRPr b="0" lang="en-US" sz="1600" spc="-1" strike="noStrike">
              <a:solidFill>
                <a:srgbClr val="404040"/>
              </a:solidFill>
              <a:latin typeface="Century Gothic"/>
            </a:endParaRPr>
          </a:p>
          <a:p>
            <a:pPr marL="343080" indent="-342720">
              <a:lnSpc>
                <a:spcPct val="100000"/>
              </a:lnSpc>
              <a:spcBef>
                <a:spcPts val="320"/>
              </a:spcBef>
              <a:buClr>
                <a:srgbClr val="000000"/>
              </a:buClr>
              <a:buFont typeface="Arial"/>
              <a:buChar char="•"/>
              <a:tabLst>
                <a:tab algn="l" pos="0"/>
              </a:tabLst>
            </a:pPr>
            <a:r>
              <a:rPr b="0" lang="en-US" sz="1600" spc="-1" strike="noStrike">
                <a:solidFill>
                  <a:srgbClr val="000000"/>
                </a:solidFill>
                <a:latin typeface="Century Gothic"/>
              </a:rPr>
              <a:t>Adds header information</a:t>
            </a:r>
            <a:endParaRPr b="0" lang="en-US" sz="1600" spc="-1" strike="noStrike">
              <a:solidFill>
                <a:srgbClr val="404040"/>
              </a:solidFill>
              <a:latin typeface="Century Gothic"/>
            </a:endParaRPr>
          </a:p>
          <a:p>
            <a:pPr marL="343080" indent="-342720">
              <a:lnSpc>
                <a:spcPct val="100000"/>
              </a:lnSpc>
              <a:spcBef>
                <a:spcPts val="320"/>
              </a:spcBef>
              <a:buClr>
                <a:srgbClr val="000000"/>
              </a:buClr>
              <a:buFont typeface="Arial"/>
              <a:buChar char="•"/>
              <a:tabLst>
                <a:tab algn="l" pos="0"/>
              </a:tabLst>
            </a:pPr>
            <a:r>
              <a:rPr b="0" lang="en-US" sz="1600" spc="-1" strike="noStrike">
                <a:solidFill>
                  <a:srgbClr val="000000"/>
                </a:solidFill>
                <a:latin typeface="Century Gothic"/>
              </a:rPr>
              <a:t>Identify, separate, and manage multiple conversations</a:t>
            </a:r>
            <a:endParaRPr b="0" lang="en-US" sz="1600" spc="-1" strike="noStrike">
              <a:solidFill>
                <a:srgbClr val="404040"/>
              </a:solidFill>
              <a:latin typeface="Century Gothic"/>
            </a:endParaRPr>
          </a:p>
          <a:p>
            <a:pPr marL="343080" indent="-342720">
              <a:lnSpc>
                <a:spcPct val="100000"/>
              </a:lnSpc>
              <a:spcBef>
                <a:spcPts val="320"/>
              </a:spcBef>
              <a:buClr>
                <a:srgbClr val="000000"/>
              </a:buClr>
              <a:buFont typeface="Arial"/>
              <a:buChar char="•"/>
              <a:tabLst>
                <a:tab algn="l" pos="0"/>
              </a:tabLst>
            </a:pPr>
            <a:r>
              <a:rPr b="0" lang="en-US" sz="1600" spc="-1" strike="noStrike">
                <a:solidFill>
                  <a:srgbClr val="000000"/>
                </a:solidFill>
                <a:latin typeface="Century Gothic"/>
              </a:rPr>
              <a:t>Uses segmentation and multiplexing to enable different communication conversations to be interleaved on the same network</a:t>
            </a:r>
            <a:endParaRPr b="0" lang="en-US" sz="1600" spc="-1" strike="noStrike">
              <a:solidFill>
                <a:srgbClr val="404040"/>
              </a:solidFill>
              <a:latin typeface="Century Gothic"/>
            </a:endParaRPr>
          </a:p>
          <a:p>
            <a:pPr>
              <a:lnSpc>
                <a:spcPct val="100000"/>
              </a:lnSpc>
              <a:spcBef>
                <a:spcPts val="320"/>
              </a:spcBef>
              <a:tabLst>
                <a:tab algn="l" pos="0"/>
              </a:tabLst>
            </a:pPr>
            <a:endParaRPr b="0" lang="en-US" sz="1600" spc="-1" strike="noStrike">
              <a:solidFill>
                <a:srgbClr val="404040"/>
              </a:solidFill>
              <a:latin typeface="Century Gothic"/>
            </a:endParaRPr>
          </a:p>
        </p:txBody>
      </p:sp>
      <p:sp>
        <p:nvSpPr>
          <p:cNvPr id="480" name="TextShape 2"/>
          <p:cNvSpPr txBox="1"/>
          <p:nvPr/>
        </p:nvSpPr>
        <p:spPr>
          <a:xfrm>
            <a:off x="361440" y="4284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Transportation of Data</a:t>
            </a:r>
            <a:br/>
            <a:r>
              <a:rPr b="0" lang="en-US" sz="2400" spc="-1" strike="noStrike">
                <a:solidFill>
                  <a:srgbClr val="004c69"/>
                </a:solidFill>
                <a:latin typeface="Century Gothic"/>
              </a:rPr>
              <a:t>Transport Layer </a:t>
            </a:r>
            <a:r>
              <a:rPr b="0" lang="en-US" sz="2400" spc="-1" strike="noStrike">
                <a:solidFill>
                  <a:srgbClr val="004c69"/>
                </a:solidFill>
                <a:latin typeface="Century Gothic"/>
              </a:rPr>
              <a:t>Responsibilities</a:t>
            </a:r>
            <a:endParaRPr b="0" lang="en-US" sz="2400" spc="-1" strike="noStrike">
              <a:solidFill>
                <a:srgbClr val="000000"/>
              </a:solidFill>
              <a:latin typeface="Arial"/>
            </a:endParaRPr>
          </a:p>
        </p:txBody>
      </p:sp>
      <p:pic>
        <p:nvPicPr>
          <p:cNvPr id="481" name="Picture 5" descr=""/>
          <p:cNvPicPr/>
          <p:nvPr/>
        </p:nvPicPr>
        <p:blipFill>
          <a:blip r:embed="rId1"/>
          <a:stretch/>
        </p:blipFill>
        <p:spPr>
          <a:xfrm>
            <a:off x="4276800" y="1549440"/>
            <a:ext cx="4429800" cy="24267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TextShape 1"/>
          <p:cNvSpPr txBox="1"/>
          <p:nvPr/>
        </p:nvSpPr>
        <p:spPr>
          <a:xfrm>
            <a:off x="614520" y="1208520"/>
            <a:ext cx="3401280" cy="3527640"/>
          </a:xfrm>
          <a:prstGeom prst="rect">
            <a:avLst/>
          </a:prstGeom>
          <a:noFill/>
          <a:ln w="0">
            <a:noFill/>
          </a:ln>
        </p:spPr>
        <p:txBody>
          <a:bodyPr>
            <a:noAutofit/>
          </a:bodyPr>
          <a:p>
            <a:pPr marL="343080" indent="-342720">
              <a:lnSpc>
                <a:spcPct val="100000"/>
              </a:lnSpc>
              <a:spcBef>
                <a:spcPts val="320"/>
              </a:spcBef>
              <a:buClr>
                <a:srgbClr val="000000"/>
              </a:buClr>
              <a:buFont typeface="Arial"/>
              <a:buChar char="•"/>
            </a:pPr>
            <a:r>
              <a:rPr b="0" lang="en-US" sz="1600" spc="-1" strike="noStrike">
                <a:solidFill>
                  <a:srgbClr val="000000"/>
                </a:solidFill>
                <a:latin typeface="Century Gothic"/>
              </a:rPr>
              <a:t>IP does not specify how the delivery or transportation of the packets takes place.</a:t>
            </a:r>
            <a:endParaRPr b="0" lang="en-US" sz="1600" spc="-1" strike="noStrike">
              <a:solidFill>
                <a:srgbClr val="404040"/>
              </a:solidFill>
              <a:latin typeface="Century Gothic"/>
            </a:endParaRPr>
          </a:p>
          <a:p>
            <a:pPr marL="343080" indent="-342720">
              <a:lnSpc>
                <a:spcPct val="100000"/>
              </a:lnSpc>
              <a:spcBef>
                <a:spcPts val="320"/>
              </a:spcBef>
              <a:buClr>
                <a:srgbClr val="000000"/>
              </a:buClr>
              <a:buFont typeface="Arial"/>
              <a:buChar char="•"/>
            </a:pPr>
            <a:r>
              <a:rPr b="0" lang="en-US" sz="1600" spc="-1" strike="noStrike">
                <a:solidFill>
                  <a:srgbClr val="000000"/>
                </a:solidFill>
                <a:latin typeface="Century Gothic"/>
              </a:rPr>
              <a:t>Transport layer protocols specify how to transfer messages between hosts, and are responsible for managing reliability requirements of a conversation.</a:t>
            </a:r>
            <a:endParaRPr b="0" lang="en-US" sz="1600" spc="-1" strike="noStrike">
              <a:solidFill>
                <a:srgbClr val="404040"/>
              </a:solidFill>
              <a:latin typeface="Century Gothic"/>
            </a:endParaRPr>
          </a:p>
          <a:p>
            <a:pPr marL="343080" indent="-342720">
              <a:lnSpc>
                <a:spcPct val="100000"/>
              </a:lnSpc>
              <a:spcBef>
                <a:spcPts val="320"/>
              </a:spcBef>
              <a:buClr>
                <a:srgbClr val="000000"/>
              </a:buClr>
              <a:buFont typeface="Arial"/>
              <a:buChar char="•"/>
            </a:pPr>
            <a:r>
              <a:rPr b="0" lang="en-US" sz="1600" spc="-1" strike="noStrike">
                <a:solidFill>
                  <a:srgbClr val="000000"/>
                </a:solidFill>
                <a:latin typeface="Century Gothic"/>
              </a:rPr>
              <a:t>The transport layer includes the TCP and UDP protocols.</a:t>
            </a:r>
            <a:endParaRPr b="0" lang="en-US" sz="1600" spc="-1" strike="noStrike">
              <a:solidFill>
                <a:srgbClr val="404040"/>
              </a:solidFill>
              <a:latin typeface="Century Gothic"/>
            </a:endParaRPr>
          </a:p>
        </p:txBody>
      </p:sp>
      <p:sp>
        <p:nvSpPr>
          <p:cNvPr id="483" name="TextShape 2"/>
          <p:cNvSpPr txBox="1"/>
          <p:nvPr/>
        </p:nvSpPr>
        <p:spPr>
          <a:xfrm>
            <a:off x="298440" y="17892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Transportation of Data</a:t>
            </a:r>
            <a:br/>
            <a:r>
              <a:rPr b="0" lang="en-US" sz="2400" spc="-1" strike="noStrike">
                <a:solidFill>
                  <a:srgbClr val="004c69"/>
                </a:solidFill>
                <a:latin typeface="Century Gothic"/>
              </a:rPr>
              <a:t>Transport Layer Protocols</a:t>
            </a:r>
            <a:endParaRPr b="0" lang="en-US" sz="2400" spc="-1" strike="noStrike">
              <a:solidFill>
                <a:srgbClr val="000000"/>
              </a:solidFill>
              <a:latin typeface="Arial"/>
            </a:endParaRPr>
          </a:p>
        </p:txBody>
      </p:sp>
      <p:pic>
        <p:nvPicPr>
          <p:cNvPr id="484" name="Picture 4" descr=""/>
          <p:cNvPicPr/>
          <p:nvPr/>
        </p:nvPicPr>
        <p:blipFill>
          <a:blip r:embed="rId1"/>
          <a:stretch/>
        </p:blipFill>
        <p:spPr>
          <a:xfrm>
            <a:off x="4471200" y="1333800"/>
            <a:ext cx="3769560" cy="32774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TextShape 1"/>
          <p:cNvSpPr txBox="1"/>
          <p:nvPr/>
        </p:nvSpPr>
        <p:spPr>
          <a:xfrm>
            <a:off x="465840" y="967680"/>
            <a:ext cx="3613320" cy="4086000"/>
          </a:xfrm>
          <a:prstGeom prst="rect">
            <a:avLst/>
          </a:prstGeom>
          <a:noFill/>
          <a:ln w="0">
            <a:noFill/>
          </a:ln>
        </p:spPr>
        <p:txBody>
          <a:bodyPr>
            <a:noAutofit/>
          </a:bodyPr>
          <a:p>
            <a:pPr>
              <a:lnSpc>
                <a:spcPct val="100000"/>
              </a:lnSpc>
              <a:spcBef>
                <a:spcPts val="320"/>
              </a:spcBef>
              <a:tabLst>
                <a:tab algn="l" pos="0"/>
              </a:tabLst>
            </a:pPr>
            <a:r>
              <a:rPr b="0" lang="en-US" sz="1600" spc="-1" strike="noStrike">
                <a:solidFill>
                  <a:srgbClr val="000000"/>
                </a:solidFill>
                <a:latin typeface="Century Gothic"/>
              </a:rPr>
              <a:t>TCP provides reliability and flow control. TCP basic operations:</a:t>
            </a:r>
            <a:endParaRPr b="0" lang="en-US" sz="1600" spc="-1" strike="noStrike">
              <a:solidFill>
                <a:srgbClr val="404040"/>
              </a:solidFill>
              <a:latin typeface="Century Gothic"/>
            </a:endParaRPr>
          </a:p>
          <a:p>
            <a:pPr marL="343080" indent="-342720">
              <a:lnSpc>
                <a:spcPct val="100000"/>
              </a:lnSpc>
              <a:spcBef>
                <a:spcPts val="320"/>
              </a:spcBef>
              <a:buClr>
                <a:srgbClr val="000000"/>
              </a:buClr>
              <a:buFont typeface="Arial"/>
              <a:buChar char="•"/>
              <a:tabLst>
                <a:tab algn="l" pos="0"/>
              </a:tabLst>
            </a:pPr>
            <a:r>
              <a:rPr b="0" lang="en-US" sz="1600" spc="-1" strike="noStrike">
                <a:solidFill>
                  <a:srgbClr val="000000"/>
                </a:solidFill>
                <a:latin typeface="Century Gothic"/>
              </a:rPr>
              <a:t>Number and track data segments transmitted to a specific host from a specific application</a:t>
            </a:r>
            <a:endParaRPr b="0" lang="en-US" sz="1600" spc="-1" strike="noStrike">
              <a:solidFill>
                <a:srgbClr val="404040"/>
              </a:solidFill>
              <a:latin typeface="Century Gothic"/>
            </a:endParaRPr>
          </a:p>
          <a:p>
            <a:pPr marL="343080" indent="-342720">
              <a:lnSpc>
                <a:spcPct val="100000"/>
              </a:lnSpc>
              <a:spcBef>
                <a:spcPts val="320"/>
              </a:spcBef>
              <a:buClr>
                <a:srgbClr val="000000"/>
              </a:buClr>
              <a:buFont typeface="Arial"/>
              <a:buChar char="•"/>
              <a:tabLst>
                <a:tab algn="l" pos="0"/>
              </a:tabLst>
            </a:pPr>
            <a:r>
              <a:rPr b="0" lang="en-US" sz="1600" spc="-1" strike="noStrike">
                <a:solidFill>
                  <a:srgbClr val="000000"/>
                </a:solidFill>
                <a:latin typeface="Century Gothic"/>
              </a:rPr>
              <a:t>Acknowledge received data</a:t>
            </a:r>
            <a:endParaRPr b="0" lang="en-US" sz="1600" spc="-1" strike="noStrike">
              <a:solidFill>
                <a:srgbClr val="404040"/>
              </a:solidFill>
              <a:latin typeface="Century Gothic"/>
            </a:endParaRPr>
          </a:p>
          <a:p>
            <a:pPr marL="343080" indent="-342720">
              <a:lnSpc>
                <a:spcPct val="100000"/>
              </a:lnSpc>
              <a:spcBef>
                <a:spcPts val="320"/>
              </a:spcBef>
              <a:buClr>
                <a:srgbClr val="000000"/>
              </a:buClr>
              <a:buFont typeface="Arial"/>
              <a:buChar char="•"/>
              <a:tabLst>
                <a:tab algn="l" pos="0"/>
              </a:tabLst>
            </a:pPr>
            <a:r>
              <a:rPr b="0" lang="en-US" sz="1600" spc="-1" strike="noStrike">
                <a:solidFill>
                  <a:srgbClr val="000000"/>
                </a:solidFill>
                <a:latin typeface="Century Gothic"/>
              </a:rPr>
              <a:t>Retransmit any unacknowledged data after a certain amount of time</a:t>
            </a:r>
            <a:endParaRPr b="0" lang="en-US" sz="1600" spc="-1" strike="noStrike">
              <a:solidFill>
                <a:srgbClr val="404040"/>
              </a:solidFill>
              <a:latin typeface="Century Gothic"/>
            </a:endParaRPr>
          </a:p>
          <a:p>
            <a:pPr marL="343080" indent="-342720">
              <a:lnSpc>
                <a:spcPct val="100000"/>
              </a:lnSpc>
              <a:spcBef>
                <a:spcPts val="320"/>
              </a:spcBef>
              <a:buClr>
                <a:srgbClr val="000000"/>
              </a:buClr>
              <a:buFont typeface="Arial"/>
              <a:buChar char="•"/>
              <a:tabLst>
                <a:tab algn="l" pos="0"/>
              </a:tabLst>
            </a:pPr>
            <a:r>
              <a:rPr b="0" lang="en-US" sz="1600" spc="-1" strike="noStrike">
                <a:solidFill>
                  <a:srgbClr val="000000"/>
                </a:solidFill>
                <a:latin typeface="Century Gothic"/>
              </a:rPr>
              <a:t>Sequence data that might arrive in wrong order</a:t>
            </a:r>
            <a:endParaRPr b="0" lang="en-US" sz="1600" spc="-1" strike="noStrike">
              <a:solidFill>
                <a:srgbClr val="404040"/>
              </a:solidFill>
              <a:latin typeface="Century Gothic"/>
            </a:endParaRPr>
          </a:p>
          <a:p>
            <a:pPr marL="343080" indent="-342720">
              <a:lnSpc>
                <a:spcPct val="100000"/>
              </a:lnSpc>
              <a:spcBef>
                <a:spcPts val="320"/>
              </a:spcBef>
              <a:buClr>
                <a:srgbClr val="000000"/>
              </a:buClr>
              <a:buFont typeface="Arial"/>
              <a:buChar char="•"/>
              <a:tabLst>
                <a:tab algn="l" pos="0"/>
              </a:tabLst>
            </a:pPr>
            <a:r>
              <a:rPr b="0" lang="en-US" sz="1600" spc="-1" strike="noStrike">
                <a:solidFill>
                  <a:srgbClr val="000000"/>
                </a:solidFill>
                <a:latin typeface="Century Gothic"/>
              </a:rPr>
              <a:t>Send data at an efficient rate that is acceptable by the receiver</a:t>
            </a:r>
            <a:endParaRPr b="0" lang="en-US" sz="1600" spc="-1" strike="noStrike">
              <a:solidFill>
                <a:srgbClr val="404040"/>
              </a:solidFill>
              <a:latin typeface="Century Gothic"/>
            </a:endParaRPr>
          </a:p>
        </p:txBody>
      </p:sp>
      <p:sp>
        <p:nvSpPr>
          <p:cNvPr id="486" name="TextShape 2"/>
          <p:cNvSpPr txBox="1"/>
          <p:nvPr/>
        </p:nvSpPr>
        <p:spPr>
          <a:xfrm>
            <a:off x="411120" y="9216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Transportation of Data</a:t>
            </a:r>
            <a:br/>
            <a:r>
              <a:rPr b="0" lang="en-US" sz="2400" spc="-1" strike="noStrike">
                <a:solidFill>
                  <a:srgbClr val="004c69"/>
                </a:solidFill>
                <a:latin typeface="Century Gothic"/>
              </a:rPr>
              <a:t>Transmission </a:t>
            </a:r>
            <a:r>
              <a:rPr b="0" lang="en-US" sz="2400" spc="-1" strike="noStrike">
                <a:solidFill>
                  <a:srgbClr val="004c69"/>
                </a:solidFill>
                <a:latin typeface="Century Gothic"/>
              </a:rPr>
              <a:t>Control Protocol</a:t>
            </a:r>
            <a:endParaRPr b="0" lang="en-US" sz="2400" spc="-1" strike="noStrike">
              <a:solidFill>
                <a:srgbClr val="000000"/>
              </a:solidFill>
              <a:latin typeface="Arial"/>
            </a:endParaRPr>
          </a:p>
        </p:txBody>
      </p:sp>
      <p:pic>
        <p:nvPicPr>
          <p:cNvPr id="487" name="Picture 1" descr=""/>
          <p:cNvPicPr/>
          <p:nvPr/>
        </p:nvPicPr>
        <p:blipFill>
          <a:blip r:embed="rId1"/>
          <a:stretch/>
        </p:blipFill>
        <p:spPr>
          <a:xfrm>
            <a:off x="4266360" y="1532520"/>
            <a:ext cx="4773240" cy="29563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TextShape 1"/>
          <p:cNvSpPr txBox="1"/>
          <p:nvPr/>
        </p:nvSpPr>
        <p:spPr>
          <a:xfrm>
            <a:off x="302760" y="910800"/>
            <a:ext cx="3613320" cy="4232160"/>
          </a:xfrm>
          <a:prstGeom prst="rect">
            <a:avLst/>
          </a:prstGeom>
          <a:noFill/>
          <a:ln w="0">
            <a:noFill/>
          </a:ln>
        </p:spPr>
        <p:txBody>
          <a:bodyPr>
            <a:noAutofit/>
          </a:bodyPr>
          <a:p>
            <a:pPr>
              <a:lnSpc>
                <a:spcPct val="100000"/>
              </a:lnSpc>
              <a:spcBef>
                <a:spcPts val="360"/>
              </a:spcBef>
              <a:tabLst>
                <a:tab algn="l" pos="0"/>
              </a:tabLst>
            </a:pPr>
            <a:r>
              <a:rPr b="0" lang="en-US" sz="1800" spc="-1" strike="noStrike">
                <a:solidFill>
                  <a:srgbClr val="000000"/>
                </a:solidFill>
                <a:latin typeface="Century Gothic"/>
              </a:rPr>
              <a:t>UDP provides the basic functions for delivering datagrams between the appropriate applications, with very little overhead and data checking.</a:t>
            </a:r>
            <a:endParaRPr b="0" lang="en-US" sz="1800" spc="-1" strike="noStrike">
              <a:solidFill>
                <a:srgbClr val="404040"/>
              </a:solidFill>
              <a:latin typeface="Century Gothic"/>
            </a:endParaRPr>
          </a:p>
          <a:p>
            <a:pPr marL="343080" indent="-342720">
              <a:lnSpc>
                <a:spcPct val="100000"/>
              </a:lnSpc>
              <a:spcBef>
                <a:spcPts val="360"/>
              </a:spcBef>
              <a:buClr>
                <a:srgbClr val="000000"/>
              </a:buClr>
              <a:buFont typeface="Arial"/>
              <a:buChar char="•"/>
              <a:tabLst>
                <a:tab algn="l" pos="0"/>
              </a:tabLst>
            </a:pPr>
            <a:r>
              <a:rPr b="0" lang="en-US" sz="1800" spc="-1" strike="noStrike">
                <a:solidFill>
                  <a:srgbClr val="000000"/>
                </a:solidFill>
                <a:latin typeface="Century Gothic"/>
              </a:rPr>
              <a:t>UDP is a connectionless protocol. </a:t>
            </a:r>
            <a:endParaRPr b="0" lang="en-US" sz="1800" spc="-1" strike="noStrike">
              <a:solidFill>
                <a:srgbClr val="404040"/>
              </a:solidFill>
              <a:latin typeface="Century Gothic"/>
            </a:endParaRPr>
          </a:p>
          <a:p>
            <a:pPr marL="343080" indent="-342720">
              <a:lnSpc>
                <a:spcPct val="100000"/>
              </a:lnSpc>
              <a:spcBef>
                <a:spcPts val="360"/>
              </a:spcBef>
              <a:buClr>
                <a:srgbClr val="000000"/>
              </a:buClr>
              <a:buFont typeface="Arial"/>
              <a:buChar char="•"/>
              <a:tabLst>
                <a:tab algn="l" pos="0"/>
              </a:tabLst>
            </a:pPr>
            <a:r>
              <a:rPr b="0" lang="en-US" sz="1800" spc="-1" strike="noStrike">
                <a:solidFill>
                  <a:srgbClr val="000000"/>
                </a:solidFill>
                <a:latin typeface="Century Gothic"/>
              </a:rPr>
              <a:t>UDP is known as a best-effort delivery protocol because there is no acknowledgment that the data is received at the destination.</a:t>
            </a:r>
            <a:endParaRPr b="0" lang="en-US" sz="1800" spc="-1" strike="noStrike">
              <a:solidFill>
                <a:srgbClr val="404040"/>
              </a:solidFill>
              <a:latin typeface="Century Gothic"/>
            </a:endParaRPr>
          </a:p>
          <a:p>
            <a:pPr>
              <a:lnSpc>
                <a:spcPct val="100000"/>
              </a:lnSpc>
              <a:spcBef>
                <a:spcPts val="320"/>
              </a:spcBef>
              <a:tabLst>
                <a:tab algn="l" pos="0"/>
              </a:tabLst>
            </a:pPr>
            <a:endParaRPr b="0" lang="en-US" sz="1800" spc="-1" strike="noStrike">
              <a:solidFill>
                <a:srgbClr val="404040"/>
              </a:solidFill>
              <a:latin typeface="Century Gothic"/>
            </a:endParaRPr>
          </a:p>
        </p:txBody>
      </p:sp>
      <p:sp>
        <p:nvSpPr>
          <p:cNvPr id="489" name="TextShape 2"/>
          <p:cNvSpPr txBox="1"/>
          <p:nvPr/>
        </p:nvSpPr>
        <p:spPr>
          <a:xfrm>
            <a:off x="453600" y="12060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Transportation of Data</a:t>
            </a:r>
            <a:br/>
            <a:r>
              <a:rPr b="0" lang="en-US" sz="2400" spc="-1" strike="noStrike">
                <a:solidFill>
                  <a:srgbClr val="004c69"/>
                </a:solidFill>
                <a:latin typeface="Century Gothic"/>
              </a:rPr>
              <a:t>User Datagram Protocol (UDP)</a:t>
            </a:r>
            <a:endParaRPr b="0" lang="en-US" sz="2400" spc="-1" strike="noStrike">
              <a:solidFill>
                <a:srgbClr val="000000"/>
              </a:solidFill>
              <a:latin typeface="Arial"/>
            </a:endParaRPr>
          </a:p>
        </p:txBody>
      </p:sp>
      <p:pic>
        <p:nvPicPr>
          <p:cNvPr id="490" name="Picture 6" descr=""/>
          <p:cNvPicPr/>
          <p:nvPr/>
        </p:nvPicPr>
        <p:blipFill>
          <a:blip r:embed="rId1"/>
          <a:stretch/>
        </p:blipFill>
        <p:spPr>
          <a:xfrm>
            <a:off x="4183560" y="1556640"/>
            <a:ext cx="4738320" cy="29404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TextShape 1"/>
          <p:cNvSpPr txBox="1"/>
          <p:nvPr/>
        </p:nvSpPr>
        <p:spPr>
          <a:xfrm>
            <a:off x="295560" y="1215720"/>
            <a:ext cx="3613320" cy="3623760"/>
          </a:xfrm>
          <a:prstGeom prst="rect">
            <a:avLst/>
          </a:prstGeom>
          <a:noFill/>
          <a:ln w="0">
            <a:noFill/>
          </a:ln>
        </p:spPr>
        <p:txBody>
          <a:bodyPr>
            <a:noAutofit/>
          </a:bodyPr>
          <a:p>
            <a:pPr>
              <a:lnSpc>
                <a:spcPct val="100000"/>
              </a:lnSpc>
              <a:spcBef>
                <a:spcPts val="320"/>
              </a:spcBef>
              <a:tabLst>
                <a:tab algn="l" pos="0"/>
              </a:tabLst>
            </a:pPr>
            <a:r>
              <a:rPr b="0" lang="en-US" sz="1600" spc="-1" strike="noStrike">
                <a:solidFill>
                  <a:srgbClr val="000000"/>
                </a:solidFill>
                <a:latin typeface="Century Gothic"/>
              </a:rPr>
              <a:t>UDP is also used by request-and-reply applications where the data is minimal, and retransmission can be done quickly.</a:t>
            </a:r>
            <a:endParaRPr b="0" lang="en-US" sz="1600" spc="-1" strike="noStrike">
              <a:solidFill>
                <a:srgbClr val="404040"/>
              </a:solidFill>
              <a:latin typeface="Century Gothic"/>
            </a:endParaRPr>
          </a:p>
          <a:p>
            <a:pPr>
              <a:lnSpc>
                <a:spcPct val="100000"/>
              </a:lnSpc>
              <a:spcBef>
                <a:spcPts val="320"/>
              </a:spcBef>
              <a:tabLst>
                <a:tab algn="l" pos="0"/>
              </a:tabLst>
            </a:pPr>
            <a:endParaRPr b="0" lang="en-US" sz="1600" spc="-1" strike="noStrike">
              <a:solidFill>
                <a:srgbClr val="404040"/>
              </a:solidFill>
              <a:latin typeface="Century Gothic"/>
            </a:endParaRPr>
          </a:p>
          <a:p>
            <a:pPr>
              <a:lnSpc>
                <a:spcPct val="100000"/>
              </a:lnSpc>
              <a:spcBef>
                <a:spcPts val="320"/>
              </a:spcBef>
              <a:tabLst>
                <a:tab algn="l" pos="0"/>
              </a:tabLst>
            </a:pPr>
            <a:r>
              <a:rPr b="0" lang="en-US" sz="1600" spc="-1" strike="noStrike">
                <a:solidFill>
                  <a:srgbClr val="000000"/>
                </a:solidFill>
                <a:latin typeface="Century Gothic"/>
              </a:rPr>
              <a:t>If it is important that all the data arrives and that it can be processed in its proper sequence, TCP is used as the transport protocol.</a:t>
            </a:r>
            <a:endParaRPr b="0" lang="en-US" sz="1600" spc="-1" strike="noStrike">
              <a:solidFill>
                <a:srgbClr val="404040"/>
              </a:solidFill>
              <a:latin typeface="Century Gothic"/>
            </a:endParaRPr>
          </a:p>
        </p:txBody>
      </p:sp>
      <p:sp>
        <p:nvSpPr>
          <p:cNvPr id="492" name="TextShape 2"/>
          <p:cNvSpPr txBox="1"/>
          <p:nvPr/>
        </p:nvSpPr>
        <p:spPr>
          <a:xfrm>
            <a:off x="290520" y="99360"/>
            <a:ext cx="8345160" cy="731520"/>
          </a:xfrm>
          <a:prstGeom prst="rect">
            <a:avLst/>
          </a:prstGeom>
          <a:noFill/>
          <a:ln w="0">
            <a:noFill/>
          </a:ln>
        </p:spPr>
        <p:txBody>
          <a:bodyPr>
            <a:normAutofit fontScale="55000"/>
          </a:bodyPr>
          <a:p>
            <a:pPr>
              <a:lnSpc>
                <a:spcPct val="100000"/>
              </a:lnSpc>
            </a:pPr>
            <a:r>
              <a:rPr b="0" lang="en-US" sz="1600" spc="-1" strike="noStrike">
                <a:solidFill>
                  <a:srgbClr val="004c69"/>
                </a:solidFill>
                <a:latin typeface="Century Gothic"/>
              </a:rPr>
              <a:t>Transportation of Data</a:t>
            </a:r>
            <a:br/>
            <a:r>
              <a:rPr b="0" lang="en-US" sz="2400" spc="-1" strike="noStrike">
                <a:solidFill>
                  <a:srgbClr val="004c69"/>
                </a:solidFill>
                <a:latin typeface="Century Gothic"/>
              </a:rPr>
              <a:t>The Right Transport Layer Protocol for the Right Application</a:t>
            </a:r>
            <a:endParaRPr b="0" lang="en-US" sz="2400" spc="-1" strike="noStrike">
              <a:solidFill>
                <a:srgbClr val="000000"/>
              </a:solidFill>
              <a:latin typeface="Arial"/>
            </a:endParaRPr>
          </a:p>
        </p:txBody>
      </p:sp>
      <p:pic>
        <p:nvPicPr>
          <p:cNvPr id="493" name="Picture 1" descr=""/>
          <p:cNvPicPr/>
          <p:nvPr/>
        </p:nvPicPr>
        <p:blipFill>
          <a:blip r:embed="rId1"/>
          <a:stretch/>
        </p:blipFill>
        <p:spPr>
          <a:xfrm>
            <a:off x="4193280" y="1298880"/>
            <a:ext cx="4442400" cy="34574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sp>
        <p:nvSpPr>
          <p:cNvPr id="494" name="TextShape 1"/>
          <p:cNvSpPr txBox="1"/>
          <p:nvPr/>
        </p:nvSpPr>
        <p:spPr>
          <a:xfrm>
            <a:off x="416520" y="1788120"/>
            <a:ext cx="7848000" cy="929160"/>
          </a:xfrm>
          <a:prstGeom prst="rect">
            <a:avLst/>
          </a:prstGeom>
          <a:noFill/>
          <a:ln w="0">
            <a:noFill/>
          </a:ln>
        </p:spPr>
        <p:txBody>
          <a:bodyPr anchor="b">
            <a:noAutofit/>
          </a:bodyPr>
          <a:p>
            <a:pPr>
              <a:lnSpc>
                <a:spcPct val="90000"/>
              </a:lnSpc>
              <a:tabLst>
                <a:tab algn="l" pos="0"/>
              </a:tabLst>
            </a:pPr>
            <a:r>
              <a:rPr b="0" lang="en-US" sz="4600" spc="-1" strike="noStrike">
                <a:solidFill>
                  <a:srgbClr val="000000"/>
                </a:solidFill>
                <a:latin typeface="Century Gothic"/>
              </a:rPr>
              <a:t>14.2 TCP Ove</a:t>
            </a:r>
            <a:r>
              <a:rPr b="0" lang="en-US" sz="4600" spc="-1" strike="noStrike">
                <a:solidFill>
                  <a:srgbClr val="000000"/>
                </a:solidFill>
                <a:latin typeface="Century Gothic"/>
              </a:rPr>
              <a:t>	</a:t>
            </a:r>
            <a:r>
              <a:rPr b="0" lang="en-US" sz="4600" spc="-1" strike="noStrike">
                <a:solidFill>
                  <a:srgbClr val="000000"/>
                </a:solidFill>
                <a:latin typeface="Century Gothic"/>
              </a:rPr>
              <a:t>rview</a:t>
            </a:r>
            <a:endParaRPr b="0" lang="en-US" sz="4600" spc="-1" strike="noStrike">
              <a:solidFill>
                <a:srgbClr val="000000"/>
              </a:solidFill>
              <a:latin typeface="Arial"/>
            </a:endParaRPr>
          </a:p>
        </p:txBody>
      </p:sp>
    </p:spTree>
  </p:cSld>
  <p:transition spd="slow">
    <p:wipe dir="l"/>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TextShape 1"/>
          <p:cNvSpPr txBox="1"/>
          <p:nvPr/>
        </p:nvSpPr>
        <p:spPr>
          <a:xfrm>
            <a:off x="1944720" y="468000"/>
            <a:ext cx="6683400" cy="960480"/>
          </a:xfrm>
          <a:prstGeom prst="rect">
            <a:avLst/>
          </a:prstGeom>
          <a:noFill/>
          <a:ln w="0">
            <a:noFill/>
          </a:ln>
        </p:spPr>
        <p:txBody>
          <a:bodyPr>
            <a:noAutofit/>
          </a:bodyPr>
          <a:p>
            <a:pPr>
              <a:lnSpc>
                <a:spcPct val="100000"/>
              </a:lnSpc>
            </a:pPr>
            <a:r>
              <a:rPr b="0" lang="en-US" sz="1600" spc="-1" strike="noStrike">
                <a:solidFill>
                  <a:srgbClr val="178dbb"/>
                </a:solidFill>
                <a:latin typeface="Century Gothic"/>
              </a:rPr>
              <a:t>TCP Overview</a:t>
            </a:r>
            <a:br/>
            <a:r>
              <a:rPr b="0" lang="en-US" sz="2400" spc="-1" strike="noStrike">
                <a:solidFill>
                  <a:srgbClr val="178dbb"/>
                </a:solidFill>
                <a:latin typeface="Century Gothic"/>
              </a:rPr>
              <a:t>TCP Features</a:t>
            </a:r>
            <a:endParaRPr b="0" lang="en-US" sz="2400" spc="-1" strike="noStrike">
              <a:solidFill>
                <a:srgbClr val="000000"/>
              </a:solidFill>
              <a:latin typeface="Arial"/>
            </a:endParaRPr>
          </a:p>
        </p:txBody>
      </p:sp>
      <p:sp>
        <p:nvSpPr>
          <p:cNvPr id="496" name="TextShape 2"/>
          <p:cNvSpPr txBox="1"/>
          <p:nvPr/>
        </p:nvSpPr>
        <p:spPr>
          <a:xfrm>
            <a:off x="1941840" y="1600200"/>
            <a:ext cx="6686280" cy="2832840"/>
          </a:xfrm>
          <a:prstGeom prst="rect">
            <a:avLst/>
          </a:prstGeom>
          <a:noFill/>
          <a:ln w="0">
            <a:noFill/>
          </a:ln>
        </p:spPr>
        <p:txBody>
          <a:bodyPr>
            <a:normAutofit fontScale="55000"/>
          </a:bodyPr>
          <a:p>
            <a:pPr marL="257040" indent="-256680">
              <a:lnSpc>
                <a:spcPct val="100000"/>
              </a:lnSpc>
              <a:spcBef>
                <a:spcPts val="751"/>
              </a:spcBef>
              <a:buClr>
                <a:srgbClr val="353535"/>
              </a:buClr>
              <a:buFont typeface="Wingdings 3" charset="2"/>
              <a:buChar char=""/>
            </a:pPr>
            <a:r>
              <a:rPr b="1" lang="en-US" sz="1600" spc="-1" strike="noStrike">
                <a:solidFill>
                  <a:srgbClr val="404040"/>
                </a:solidFill>
                <a:latin typeface="Century Gothic"/>
              </a:rPr>
              <a:t>Establishes a Session </a:t>
            </a:r>
            <a:r>
              <a:rPr b="0" lang="en-US" sz="1600" spc="-1" strike="noStrike">
                <a:solidFill>
                  <a:srgbClr val="404040"/>
                </a:solidFill>
                <a:latin typeface="Century Gothic"/>
              </a:rPr>
              <a:t>- TCP is a connection-oriented protocol that negotiates and establishes a permanent connection (or session) between source and destination devices prior to forwarding any traffic.</a:t>
            </a:r>
            <a:endParaRPr b="0" lang="en-US" sz="1600" spc="-1" strike="noStrike">
              <a:solidFill>
                <a:srgbClr val="404040"/>
              </a:solidFill>
              <a:latin typeface="Century Gothic"/>
            </a:endParaRPr>
          </a:p>
          <a:p>
            <a:pPr marL="257040" indent="-256680">
              <a:lnSpc>
                <a:spcPct val="100000"/>
              </a:lnSpc>
              <a:spcBef>
                <a:spcPts val="751"/>
              </a:spcBef>
              <a:buClr>
                <a:srgbClr val="353535"/>
              </a:buClr>
              <a:buFont typeface="Wingdings 3" charset="2"/>
              <a:buChar char=""/>
            </a:pPr>
            <a:r>
              <a:rPr b="1" lang="en-US" sz="1600" spc="-1" strike="noStrike">
                <a:solidFill>
                  <a:srgbClr val="404040"/>
                </a:solidFill>
                <a:latin typeface="Century Gothic"/>
              </a:rPr>
              <a:t>Ensures Reliable Delivery </a:t>
            </a:r>
            <a:r>
              <a:rPr b="0" lang="en-US" sz="1600" spc="-1" strike="noStrike">
                <a:solidFill>
                  <a:srgbClr val="404040"/>
                </a:solidFill>
                <a:latin typeface="Century Gothic"/>
              </a:rPr>
              <a:t>- For many reasons, it is possible for a segment to become corrupted or lost completely, as it is transmitted over the network. TCP ensures that each segment that is sent by the source arrives at the destination.</a:t>
            </a:r>
            <a:endParaRPr b="0" lang="en-US" sz="1600" spc="-1" strike="noStrike">
              <a:solidFill>
                <a:srgbClr val="404040"/>
              </a:solidFill>
              <a:latin typeface="Century Gothic"/>
            </a:endParaRPr>
          </a:p>
          <a:p>
            <a:pPr marL="257040" indent="-256680">
              <a:lnSpc>
                <a:spcPct val="100000"/>
              </a:lnSpc>
              <a:spcBef>
                <a:spcPts val="751"/>
              </a:spcBef>
              <a:buClr>
                <a:srgbClr val="353535"/>
              </a:buClr>
              <a:buFont typeface="Wingdings 3" charset="2"/>
              <a:buChar char=""/>
            </a:pPr>
            <a:r>
              <a:rPr b="1" lang="en-US" sz="1600" spc="-1" strike="noStrike">
                <a:solidFill>
                  <a:srgbClr val="404040"/>
                </a:solidFill>
                <a:latin typeface="Century Gothic"/>
              </a:rPr>
              <a:t>Provides Same-Order Delivery </a:t>
            </a:r>
            <a:r>
              <a:rPr b="0" lang="en-US" sz="1600" spc="-1" strike="noStrike">
                <a:solidFill>
                  <a:srgbClr val="404040"/>
                </a:solidFill>
                <a:latin typeface="Century Gothic"/>
              </a:rPr>
              <a:t>- Because networks may provide multiple routes that can have different transmission rates, data can arrive in the wrong order. </a:t>
            </a:r>
            <a:endParaRPr b="0" lang="en-US" sz="1600" spc="-1" strike="noStrike">
              <a:solidFill>
                <a:srgbClr val="404040"/>
              </a:solidFill>
              <a:latin typeface="Century Gothic"/>
            </a:endParaRPr>
          </a:p>
          <a:p>
            <a:pPr marL="257040" indent="-256680">
              <a:lnSpc>
                <a:spcPct val="100000"/>
              </a:lnSpc>
              <a:spcBef>
                <a:spcPts val="751"/>
              </a:spcBef>
              <a:buClr>
                <a:srgbClr val="353535"/>
              </a:buClr>
              <a:buFont typeface="Wingdings 3" charset="2"/>
              <a:buChar char=""/>
            </a:pPr>
            <a:r>
              <a:rPr b="1" lang="en-US" sz="1600" spc="-1" strike="noStrike">
                <a:solidFill>
                  <a:srgbClr val="404040"/>
                </a:solidFill>
                <a:latin typeface="Century Gothic"/>
              </a:rPr>
              <a:t>Supports Flow Control </a:t>
            </a:r>
            <a:r>
              <a:rPr b="0" lang="en-US" sz="1600" spc="-1" strike="noStrike">
                <a:solidFill>
                  <a:srgbClr val="404040"/>
                </a:solidFill>
                <a:latin typeface="Century Gothic"/>
              </a:rPr>
              <a:t>- Network hosts have limited resources (i.e., memory and processing power). When TCP is aware that these resources are overtaxed, it can request that the sending application reduce the rate of data flow. </a:t>
            </a:r>
            <a:endParaRPr b="0" lang="en-US" sz="1600" spc="-1" strike="noStrike">
              <a:solidFill>
                <a:srgbClr val="404040"/>
              </a:solidFill>
              <a:latin typeface="Century Gothic"/>
            </a:endParaRPr>
          </a:p>
        </p:txBody>
      </p:sp>
    </p:spTree>
  </p:cSld>
  <p:transition spd="slow">
    <p:wipe dir="l"/>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TextShape 1"/>
          <p:cNvSpPr txBox="1"/>
          <p:nvPr/>
        </p:nvSpPr>
        <p:spPr>
          <a:xfrm>
            <a:off x="474840" y="1323360"/>
            <a:ext cx="3293280" cy="3098160"/>
          </a:xfrm>
          <a:prstGeom prst="rect">
            <a:avLst/>
          </a:prstGeom>
          <a:noFill/>
          <a:ln w="0">
            <a:noFill/>
          </a:ln>
        </p:spPr>
        <p:txBody>
          <a:bodyPr>
            <a:noAutofit/>
          </a:bodyPr>
          <a:p>
            <a:pPr>
              <a:lnSpc>
                <a:spcPct val="100000"/>
              </a:lnSpc>
              <a:spcBef>
                <a:spcPts val="320"/>
              </a:spcBef>
              <a:tabLst>
                <a:tab algn="l" pos="0"/>
              </a:tabLst>
            </a:pPr>
            <a:r>
              <a:rPr b="0" lang="en-US" sz="1600" spc="-1" strike="noStrike">
                <a:solidFill>
                  <a:srgbClr val="000000"/>
                </a:solidFill>
                <a:latin typeface="Century Gothic"/>
              </a:rPr>
              <a:t>TCP is a stateful protocol which means it keeps track of the state of the communication session.</a:t>
            </a:r>
            <a:endParaRPr b="0" lang="en-US" sz="1600" spc="-1" strike="noStrike">
              <a:solidFill>
                <a:srgbClr val="404040"/>
              </a:solidFill>
              <a:latin typeface="Century Gothic"/>
            </a:endParaRPr>
          </a:p>
          <a:p>
            <a:pPr>
              <a:lnSpc>
                <a:spcPct val="100000"/>
              </a:lnSpc>
              <a:spcBef>
                <a:spcPts val="320"/>
              </a:spcBef>
              <a:tabLst>
                <a:tab algn="l" pos="0"/>
              </a:tabLst>
            </a:pPr>
            <a:endParaRPr b="0" lang="en-US" sz="1600" spc="-1" strike="noStrike">
              <a:solidFill>
                <a:srgbClr val="404040"/>
              </a:solidFill>
              <a:latin typeface="Century Gothic"/>
            </a:endParaRPr>
          </a:p>
          <a:p>
            <a:pPr>
              <a:lnSpc>
                <a:spcPct val="100000"/>
              </a:lnSpc>
              <a:spcBef>
                <a:spcPts val="320"/>
              </a:spcBef>
              <a:tabLst>
                <a:tab algn="l" pos="0"/>
              </a:tabLst>
            </a:pPr>
            <a:r>
              <a:rPr b="0" lang="en-US" sz="1600" spc="-1" strike="noStrike">
                <a:solidFill>
                  <a:srgbClr val="000000"/>
                </a:solidFill>
                <a:latin typeface="Century Gothic"/>
              </a:rPr>
              <a:t>TCP records which information it has sent, and which information has been acknowledged.</a:t>
            </a:r>
            <a:endParaRPr b="0" lang="en-US" sz="1600" spc="-1" strike="noStrike">
              <a:solidFill>
                <a:srgbClr val="404040"/>
              </a:solidFill>
              <a:latin typeface="Century Gothic"/>
            </a:endParaRPr>
          </a:p>
        </p:txBody>
      </p:sp>
      <p:sp>
        <p:nvSpPr>
          <p:cNvPr id="498" name="TextShape 2"/>
          <p:cNvSpPr txBox="1"/>
          <p:nvPr/>
        </p:nvSpPr>
        <p:spPr>
          <a:xfrm>
            <a:off x="474840" y="4068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TCP Overview</a:t>
            </a:r>
            <a:br/>
            <a:r>
              <a:rPr b="0" lang="en-US" sz="2400" spc="-1" strike="noStrike">
                <a:solidFill>
                  <a:srgbClr val="004c69"/>
                </a:solidFill>
                <a:latin typeface="Century Gothic"/>
              </a:rPr>
              <a:t>TCP  Header</a:t>
            </a:r>
            <a:endParaRPr b="0" lang="en-US" sz="2400" spc="-1" strike="noStrike">
              <a:solidFill>
                <a:srgbClr val="000000"/>
              </a:solidFill>
              <a:latin typeface="Arial"/>
            </a:endParaRPr>
          </a:p>
        </p:txBody>
      </p:sp>
      <p:pic>
        <p:nvPicPr>
          <p:cNvPr id="499" name="Picture 1" descr=""/>
          <p:cNvPicPr/>
          <p:nvPr/>
        </p:nvPicPr>
        <p:blipFill>
          <a:blip r:embed="rId1"/>
          <a:stretch/>
        </p:blipFill>
        <p:spPr>
          <a:xfrm>
            <a:off x="3663360" y="992880"/>
            <a:ext cx="5333760" cy="37584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00" name="Table 1"/>
          <p:cNvGraphicFramePr/>
          <p:nvPr/>
        </p:nvGraphicFramePr>
        <p:xfrm>
          <a:off x="468720" y="1167480"/>
          <a:ext cx="8280000" cy="3274200"/>
        </p:xfrm>
        <a:graphic>
          <a:graphicData uri="http://schemas.openxmlformats.org/drawingml/2006/table">
            <a:tbl>
              <a:tblPr/>
              <a:tblGrid>
                <a:gridCol w="2058840"/>
                <a:gridCol w="6221160"/>
              </a:tblGrid>
              <a:tr h="279000">
                <a:tc>
                  <a:txBody>
                    <a:bodyPr lIns="47520" rIns="47520" tIns="47520" bIns="47520" anchor="ctr">
                      <a:noAutofit/>
                    </a:bodyPr>
                    <a:p>
                      <a:pPr>
                        <a:lnSpc>
                          <a:spcPct val="100000"/>
                        </a:lnSpc>
                      </a:pPr>
                      <a:r>
                        <a:rPr b="1" lang="en-US" sz="1200" spc="-1" strike="noStrike">
                          <a:solidFill>
                            <a:srgbClr val="ffffff"/>
                          </a:solidFill>
                          <a:latin typeface="Century Gothic"/>
                        </a:rPr>
                        <a:t>TCP Header Field</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c>
                  <a:txBody>
                    <a:bodyPr lIns="47520" rIns="47520" tIns="47520" bIns="47520" anchor="ctr">
                      <a:noAutofit/>
                    </a:bodyPr>
                    <a:p>
                      <a:pPr>
                        <a:lnSpc>
                          <a:spcPct val="100000"/>
                        </a:lnSpc>
                      </a:pPr>
                      <a:r>
                        <a:rPr b="1" lang="en-US" sz="1200" spc="-1" strike="noStrike">
                          <a:solidFill>
                            <a:srgbClr val="ffffff"/>
                          </a:solidFill>
                          <a:latin typeface="Century Gothic"/>
                        </a:rPr>
                        <a:t>Description</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r>
              <a:tr h="279000">
                <a:tc>
                  <a:txBody>
                    <a:bodyPr lIns="47520" rIns="47520" tIns="47520" bIns="47520" anchor="ctr">
                      <a:noAutofit/>
                    </a:bodyPr>
                    <a:p>
                      <a:pPr>
                        <a:lnSpc>
                          <a:spcPct val="100000"/>
                        </a:lnSpc>
                      </a:pPr>
                      <a:r>
                        <a:rPr b="1" lang="en-US" sz="1200" spc="-1" strike="noStrike">
                          <a:solidFill>
                            <a:srgbClr val="000000"/>
                          </a:solidFill>
                          <a:latin typeface="Century Gothic"/>
                        </a:rPr>
                        <a:t>Source Port</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A 16-bit field used to identify the source application by port number.</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279000">
                <a:tc>
                  <a:txBody>
                    <a:bodyPr lIns="47520" rIns="47520" tIns="47520" bIns="47520" anchor="ctr">
                      <a:noAutofit/>
                    </a:bodyPr>
                    <a:p>
                      <a:pPr>
                        <a:lnSpc>
                          <a:spcPct val="100000"/>
                        </a:lnSpc>
                      </a:pPr>
                      <a:r>
                        <a:rPr b="1" lang="en-US" sz="1200" spc="-1" strike="noStrike">
                          <a:solidFill>
                            <a:srgbClr val="000000"/>
                          </a:solidFill>
                          <a:latin typeface="Century Gothic"/>
                        </a:rPr>
                        <a:t>Destination Port</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A 16-bit field used to identify the destination application by port number.</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279000">
                <a:tc>
                  <a:txBody>
                    <a:bodyPr lIns="47520" rIns="47520" tIns="47520" bIns="47520" anchor="ctr">
                      <a:noAutofit/>
                    </a:bodyPr>
                    <a:p>
                      <a:pPr>
                        <a:lnSpc>
                          <a:spcPct val="100000"/>
                        </a:lnSpc>
                      </a:pPr>
                      <a:r>
                        <a:rPr b="1" lang="en-US" sz="1200" spc="-1" strike="noStrike">
                          <a:solidFill>
                            <a:srgbClr val="000000"/>
                          </a:solidFill>
                          <a:latin typeface="Century Gothic"/>
                        </a:rPr>
                        <a:t>Sequence Number</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A 32-bit field used for data reassembly purposes.</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452520">
                <a:tc>
                  <a:txBody>
                    <a:bodyPr lIns="47520" rIns="47520" tIns="47520" bIns="47520" anchor="ctr">
                      <a:noAutofit/>
                    </a:bodyPr>
                    <a:p>
                      <a:pPr>
                        <a:lnSpc>
                          <a:spcPct val="100000"/>
                        </a:lnSpc>
                      </a:pPr>
                      <a:r>
                        <a:rPr b="1" lang="en-US" sz="1200" spc="-1" strike="noStrike">
                          <a:solidFill>
                            <a:srgbClr val="000000"/>
                          </a:solidFill>
                          <a:latin typeface="Century Gothic"/>
                        </a:rPr>
                        <a:t>Acknowledgment Number</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A 32-bit field used to indicate that data has been received and the next byte expected from the source.</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452520">
                <a:tc>
                  <a:txBody>
                    <a:bodyPr lIns="47520" rIns="47520" tIns="47520" bIns="47520" anchor="ctr">
                      <a:noAutofit/>
                    </a:bodyPr>
                    <a:p>
                      <a:pPr>
                        <a:lnSpc>
                          <a:spcPct val="100000"/>
                        </a:lnSpc>
                      </a:pPr>
                      <a:r>
                        <a:rPr b="1" lang="en-US" sz="1200" spc="-1" strike="noStrike">
                          <a:solidFill>
                            <a:srgbClr val="000000"/>
                          </a:solidFill>
                          <a:latin typeface="Century Gothic"/>
                        </a:rPr>
                        <a:t>Header Length</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A 4-bit field known as ʺdata offsetʺ that indicates the length of the TCP segment header.</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279000">
                <a:tc>
                  <a:txBody>
                    <a:bodyPr lIns="47520" rIns="47520" tIns="47520" bIns="47520" anchor="ctr">
                      <a:noAutofit/>
                    </a:bodyPr>
                    <a:p>
                      <a:pPr>
                        <a:lnSpc>
                          <a:spcPct val="100000"/>
                        </a:lnSpc>
                      </a:pPr>
                      <a:r>
                        <a:rPr b="1" lang="en-US" sz="1200" spc="-1" strike="noStrike">
                          <a:solidFill>
                            <a:srgbClr val="000000"/>
                          </a:solidFill>
                          <a:latin typeface="Century Gothic"/>
                        </a:rPr>
                        <a:t>Reserved</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A 6-bit field that is reserved for future use.</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452520">
                <a:tc>
                  <a:txBody>
                    <a:bodyPr lIns="47520" rIns="47520" tIns="47520" bIns="47520" anchor="ctr">
                      <a:noAutofit/>
                    </a:bodyPr>
                    <a:p>
                      <a:pPr>
                        <a:lnSpc>
                          <a:spcPct val="100000"/>
                        </a:lnSpc>
                      </a:pPr>
                      <a:r>
                        <a:rPr b="1" lang="en-US" sz="1200" spc="-1" strike="noStrike">
                          <a:solidFill>
                            <a:srgbClr val="000000"/>
                          </a:solidFill>
                          <a:latin typeface="Century Gothic"/>
                        </a:rPr>
                        <a:t>Control bits</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A 6-bit field used that includes bit codes, or flags, which indicate the purpose and function of the TCP segment.</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452520">
                <a:tc>
                  <a:txBody>
                    <a:bodyPr lIns="47520" rIns="47520" tIns="47520" bIns="47520" anchor="ctr">
                      <a:noAutofit/>
                    </a:bodyPr>
                    <a:p>
                      <a:pPr>
                        <a:lnSpc>
                          <a:spcPct val="100000"/>
                        </a:lnSpc>
                      </a:pPr>
                      <a:r>
                        <a:rPr b="1" lang="en-US" sz="1200" spc="-1" strike="noStrike">
                          <a:solidFill>
                            <a:srgbClr val="000000"/>
                          </a:solidFill>
                          <a:latin typeface="Century Gothic"/>
                        </a:rPr>
                        <a:t>Window size</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A 16-bit field used to indicate the number of bytes that can be accepted at one time.</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279000">
                <a:tc>
                  <a:txBody>
                    <a:bodyPr lIns="47520" rIns="47520" tIns="47520" bIns="47520" anchor="ctr">
                      <a:noAutofit/>
                    </a:bodyPr>
                    <a:p>
                      <a:pPr>
                        <a:lnSpc>
                          <a:spcPct val="100000"/>
                        </a:lnSpc>
                      </a:pPr>
                      <a:r>
                        <a:rPr b="1" lang="en-US" sz="1200" spc="-1" strike="noStrike">
                          <a:solidFill>
                            <a:srgbClr val="000000"/>
                          </a:solidFill>
                          <a:latin typeface="Century Gothic"/>
                        </a:rPr>
                        <a:t>Checksum</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A 16-bit field used for error checking of the segment header and data.</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279000">
                <a:tc>
                  <a:txBody>
                    <a:bodyPr lIns="47520" rIns="47520" tIns="47520" bIns="47520" anchor="ctr">
                      <a:noAutofit/>
                    </a:bodyPr>
                    <a:p>
                      <a:pPr>
                        <a:lnSpc>
                          <a:spcPct val="100000"/>
                        </a:lnSpc>
                      </a:pPr>
                      <a:r>
                        <a:rPr b="1" lang="en-US" sz="1200" spc="-1" strike="noStrike">
                          <a:solidFill>
                            <a:srgbClr val="000000"/>
                          </a:solidFill>
                          <a:latin typeface="Century Gothic"/>
                        </a:rPr>
                        <a:t>Urgent</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A 16-bit field used to indicate if the contained data is urgent.</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bl>
          </a:graphicData>
        </a:graphic>
      </p:graphicFrame>
      <p:sp>
        <p:nvSpPr>
          <p:cNvPr id="501" name="TextShape 2"/>
          <p:cNvSpPr txBox="1"/>
          <p:nvPr/>
        </p:nvSpPr>
        <p:spPr>
          <a:xfrm>
            <a:off x="436320" y="19152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TCP Overview</a:t>
            </a:r>
            <a:br/>
            <a:r>
              <a:rPr b="0" lang="en-US" sz="2400" spc="-1" strike="noStrike">
                <a:solidFill>
                  <a:srgbClr val="004c69"/>
                </a:solidFill>
                <a:latin typeface="Century Gothic"/>
              </a:rPr>
              <a:t>TCP Header Fields</a:t>
            </a:r>
            <a:endParaRPr b="0" lang="en-US" sz="2400" spc="-1" strike="noStrike">
              <a:solidFill>
                <a:srgbClr val="000000"/>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TextShape 1"/>
          <p:cNvSpPr txBox="1"/>
          <p:nvPr/>
        </p:nvSpPr>
        <p:spPr>
          <a:xfrm>
            <a:off x="1285560" y="276840"/>
            <a:ext cx="6683400" cy="960480"/>
          </a:xfrm>
          <a:prstGeom prst="rect">
            <a:avLst/>
          </a:prstGeom>
          <a:noFill/>
          <a:ln w="0">
            <a:noFill/>
          </a:ln>
        </p:spPr>
        <p:txBody>
          <a:bodyPr>
            <a:noAutofit/>
          </a:bodyPr>
          <a:p>
            <a:pPr>
              <a:lnSpc>
                <a:spcPct val="100000"/>
              </a:lnSpc>
            </a:pPr>
            <a:r>
              <a:rPr b="0" lang="en-US" sz="1600" spc="-1" strike="noStrike">
                <a:solidFill>
                  <a:srgbClr val="178dbb"/>
                </a:solidFill>
                <a:latin typeface="Century Gothic"/>
              </a:rPr>
              <a:t>TCP Overview</a:t>
            </a:r>
            <a:br/>
            <a:r>
              <a:rPr b="0" lang="en-US" sz="2400" spc="-1" strike="noStrike">
                <a:solidFill>
                  <a:srgbClr val="178dbb"/>
                </a:solidFill>
                <a:latin typeface="Century Gothic"/>
              </a:rPr>
              <a:t>Applications that use TCP</a:t>
            </a:r>
            <a:endParaRPr b="0" lang="en-US" sz="2400" spc="-1" strike="noStrike">
              <a:solidFill>
                <a:srgbClr val="000000"/>
              </a:solidFill>
              <a:latin typeface="Arial"/>
            </a:endParaRPr>
          </a:p>
        </p:txBody>
      </p:sp>
      <p:sp>
        <p:nvSpPr>
          <p:cNvPr id="503" name="TextShape 2"/>
          <p:cNvSpPr txBox="1"/>
          <p:nvPr/>
        </p:nvSpPr>
        <p:spPr>
          <a:xfrm>
            <a:off x="193680" y="1428840"/>
            <a:ext cx="4042080" cy="3377880"/>
          </a:xfrm>
          <a:prstGeom prst="rect">
            <a:avLst/>
          </a:prstGeom>
          <a:noFill/>
          <a:ln w="0">
            <a:noFill/>
          </a:ln>
        </p:spPr>
        <p:txBody>
          <a:bodyPr>
            <a:noAutofit/>
          </a:bodyPr>
          <a:p>
            <a:pPr>
              <a:lnSpc>
                <a:spcPct val="100000"/>
              </a:lnSpc>
              <a:spcBef>
                <a:spcPts val="751"/>
              </a:spcBef>
              <a:tabLst>
                <a:tab algn="l" pos="0"/>
              </a:tabLst>
            </a:pPr>
            <a:r>
              <a:rPr b="0" lang="en-US" sz="1800" spc="-1" strike="noStrike">
                <a:solidFill>
                  <a:srgbClr val="404040"/>
                </a:solidFill>
                <a:latin typeface="Century Gothic"/>
              </a:rPr>
              <a:t>TCP handles all tasks associated with dividing the data stream into segments, providing reliability, controlling data flow, and reordering segments.</a:t>
            </a:r>
            <a:endParaRPr b="0" lang="en-US" sz="1800" spc="-1" strike="noStrike">
              <a:solidFill>
                <a:srgbClr val="404040"/>
              </a:solidFill>
              <a:latin typeface="Century Gothic"/>
            </a:endParaRPr>
          </a:p>
          <a:p>
            <a:pPr>
              <a:lnSpc>
                <a:spcPct val="100000"/>
              </a:lnSpc>
              <a:spcBef>
                <a:spcPts val="751"/>
              </a:spcBef>
              <a:tabLst>
                <a:tab algn="l" pos="0"/>
              </a:tabLst>
            </a:pPr>
            <a:endParaRPr b="0" lang="en-US" sz="1800" spc="-1" strike="noStrike">
              <a:solidFill>
                <a:srgbClr val="404040"/>
              </a:solidFill>
              <a:latin typeface="Century Gothic"/>
            </a:endParaRPr>
          </a:p>
        </p:txBody>
      </p:sp>
      <p:pic>
        <p:nvPicPr>
          <p:cNvPr id="504" name="Picture 6" descr=""/>
          <p:cNvPicPr/>
          <p:nvPr/>
        </p:nvPicPr>
        <p:blipFill>
          <a:blip r:embed="rId1"/>
          <a:srcRect l="0" t="0" r="3353" b="0"/>
          <a:stretch/>
        </p:blipFill>
        <p:spPr>
          <a:xfrm>
            <a:off x="4386240" y="1484280"/>
            <a:ext cx="4042080" cy="3337560"/>
          </a:xfrm>
          <a:prstGeom prst="rect">
            <a:avLst/>
          </a:prstGeom>
          <a:ln w="0">
            <a:noFill/>
          </a:ln>
        </p:spPr>
      </p:pic>
    </p:spTree>
  </p:cSld>
  <p:transition spd="slow">
    <p:wipe dir="l"/>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sp>
        <p:nvSpPr>
          <p:cNvPr id="505" name="TextShape 1"/>
          <p:cNvSpPr txBox="1"/>
          <p:nvPr/>
        </p:nvSpPr>
        <p:spPr>
          <a:xfrm>
            <a:off x="416520" y="1788120"/>
            <a:ext cx="7848000" cy="929160"/>
          </a:xfrm>
          <a:prstGeom prst="rect">
            <a:avLst/>
          </a:prstGeom>
          <a:noFill/>
          <a:ln w="0">
            <a:noFill/>
          </a:ln>
        </p:spPr>
        <p:txBody>
          <a:bodyPr anchor="b">
            <a:noAutofit/>
          </a:bodyPr>
          <a:p>
            <a:pPr>
              <a:lnSpc>
                <a:spcPct val="90000"/>
              </a:lnSpc>
              <a:tabLst>
                <a:tab algn="l" pos="0"/>
              </a:tabLst>
            </a:pPr>
            <a:r>
              <a:rPr b="0" lang="en-US" sz="4600" spc="-1" strike="noStrike">
                <a:solidFill>
                  <a:srgbClr val="000000"/>
                </a:solidFill>
                <a:latin typeface="Century Gothic"/>
              </a:rPr>
              <a:t>14.3 UDP Overview</a:t>
            </a:r>
            <a:endParaRPr b="0" lang="en-US" sz="4600" spc="-1" strike="noStrike">
              <a:solidFill>
                <a:srgbClr val="000000"/>
              </a:solidFill>
              <a:latin typeface="Arial"/>
            </a:endParaRPr>
          </a:p>
        </p:txBody>
      </p:sp>
    </p:spTree>
  </p:cSld>
  <p:transition spd="slow">
    <p:wipe dir="l"/>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TextShape 1"/>
          <p:cNvSpPr txBox="1"/>
          <p:nvPr/>
        </p:nvSpPr>
        <p:spPr>
          <a:xfrm>
            <a:off x="595440" y="1481400"/>
            <a:ext cx="8279640" cy="3096000"/>
          </a:xfrm>
          <a:prstGeom prst="rect">
            <a:avLst/>
          </a:prstGeom>
          <a:noFill/>
          <a:ln w="0">
            <a:noFill/>
          </a:ln>
        </p:spPr>
        <p:txBody>
          <a:bodyPr>
            <a:noAutofit/>
          </a:bodyPr>
          <a:p>
            <a:pPr>
              <a:lnSpc>
                <a:spcPct val="100000"/>
              </a:lnSpc>
              <a:spcBef>
                <a:spcPts val="360"/>
              </a:spcBef>
              <a:tabLst>
                <a:tab algn="l" pos="0"/>
              </a:tabLst>
            </a:pPr>
            <a:r>
              <a:rPr b="0" lang="en-US" sz="1800" spc="-1" strike="noStrike">
                <a:solidFill>
                  <a:srgbClr val="000000"/>
                </a:solidFill>
                <a:latin typeface="Century Gothic"/>
              </a:rPr>
              <a:t>UDP features include the following:</a:t>
            </a:r>
            <a:endParaRPr b="0" lang="en-US" sz="1800" spc="-1" strike="noStrike">
              <a:solidFill>
                <a:srgbClr val="404040"/>
              </a:solidFill>
              <a:latin typeface="Century Gothic"/>
            </a:endParaRPr>
          </a:p>
          <a:p>
            <a:pPr marL="285840" indent="-285480">
              <a:lnSpc>
                <a:spcPct val="100000"/>
              </a:lnSpc>
              <a:spcBef>
                <a:spcPts val="360"/>
              </a:spcBef>
              <a:buClr>
                <a:srgbClr val="000000"/>
              </a:buClr>
              <a:buFont typeface="Arial"/>
              <a:buChar char="•"/>
              <a:tabLst>
                <a:tab algn="l" pos="0"/>
              </a:tabLst>
            </a:pPr>
            <a:r>
              <a:rPr b="0" lang="en-US" sz="1800" spc="-1" strike="noStrike">
                <a:solidFill>
                  <a:srgbClr val="000000"/>
                </a:solidFill>
                <a:latin typeface="Century Gothic"/>
              </a:rPr>
              <a:t>Data is reconstructed in the order that it is received.</a:t>
            </a:r>
            <a:endParaRPr b="0" lang="en-US" sz="1800" spc="-1" strike="noStrike">
              <a:solidFill>
                <a:srgbClr val="404040"/>
              </a:solidFill>
              <a:latin typeface="Century Gothic"/>
            </a:endParaRPr>
          </a:p>
          <a:p>
            <a:pPr marL="285840" indent="-285480">
              <a:lnSpc>
                <a:spcPct val="100000"/>
              </a:lnSpc>
              <a:spcBef>
                <a:spcPts val="360"/>
              </a:spcBef>
              <a:buClr>
                <a:srgbClr val="000000"/>
              </a:buClr>
              <a:buFont typeface="Arial"/>
              <a:buChar char="•"/>
              <a:tabLst>
                <a:tab algn="l" pos="0"/>
              </a:tabLst>
            </a:pPr>
            <a:r>
              <a:rPr b="0" lang="en-US" sz="1800" spc="-1" strike="noStrike">
                <a:solidFill>
                  <a:srgbClr val="000000"/>
                </a:solidFill>
                <a:latin typeface="Century Gothic"/>
              </a:rPr>
              <a:t>Any segments that are lost are not resent.</a:t>
            </a:r>
            <a:endParaRPr b="0" lang="en-US" sz="1800" spc="-1" strike="noStrike">
              <a:solidFill>
                <a:srgbClr val="404040"/>
              </a:solidFill>
              <a:latin typeface="Century Gothic"/>
            </a:endParaRPr>
          </a:p>
          <a:p>
            <a:pPr marL="285840" indent="-285480">
              <a:lnSpc>
                <a:spcPct val="100000"/>
              </a:lnSpc>
              <a:spcBef>
                <a:spcPts val="360"/>
              </a:spcBef>
              <a:buClr>
                <a:srgbClr val="000000"/>
              </a:buClr>
              <a:buFont typeface="Arial"/>
              <a:buChar char="•"/>
              <a:tabLst>
                <a:tab algn="l" pos="0"/>
              </a:tabLst>
            </a:pPr>
            <a:r>
              <a:rPr b="0" lang="en-US" sz="1800" spc="-1" strike="noStrike">
                <a:solidFill>
                  <a:srgbClr val="000000"/>
                </a:solidFill>
                <a:latin typeface="Century Gothic"/>
              </a:rPr>
              <a:t>There is no session establishment.</a:t>
            </a:r>
            <a:endParaRPr b="0" lang="en-US" sz="1800" spc="-1" strike="noStrike">
              <a:solidFill>
                <a:srgbClr val="404040"/>
              </a:solidFill>
              <a:latin typeface="Century Gothic"/>
            </a:endParaRPr>
          </a:p>
          <a:p>
            <a:pPr marL="285840" indent="-285480">
              <a:lnSpc>
                <a:spcPct val="100000"/>
              </a:lnSpc>
              <a:spcBef>
                <a:spcPts val="360"/>
              </a:spcBef>
              <a:buClr>
                <a:srgbClr val="000000"/>
              </a:buClr>
              <a:buFont typeface="Arial"/>
              <a:buChar char="•"/>
              <a:tabLst>
                <a:tab algn="l" pos="0"/>
              </a:tabLst>
            </a:pPr>
            <a:r>
              <a:rPr b="0" lang="en-US" sz="1800" spc="-1" strike="noStrike">
                <a:solidFill>
                  <a:srgbClr val="000000"/>
                </a:solidFill>
                <a:latin typeface="Century Gothic"/>
              </a:rPr>
              <a:t>The sending is not informed about resource availability.</a:t>
            </a:r>
            <a:endParaRPr b="0" lang="en-US" sz="1800" spc="-1" strike="noStrike">
              <a:solidFill>
                <a:srgbClr val="404040"/>
              </a:solidFill>
              <a:latin typeface="Century Gothic"/>
            </a:endParaRPr>
          </a:p>
        </p:txBody>
      </p:sp>
      <p:sp>
        <p:nvSpPr>
          <p:cNvPr id="507" name="TextShape 2"/>
          <p:cNvSpPr txBox="1"/>
          <p:nvPr/>
        </p:nvSpPr>
        <p:spPr>
          <a:xfrm>
            <a:off x="595440" y="170640"/>
            <a:ext cx="8345160" cy="731520"/>
          </a:xfrm>
          <a:prstGeom prst="rect">
            <a:avLst/>
          </a:prstGeom>
          <a:noFill/>
          <a:ln w="0">
            <a:noFill/>
          </a:ln>
        </p:spPr>
        <p:txBody>
          <a:bodyPr>
            <a:normAutofit/>
          </a:bodyPr>
          <a:p>
            <a:pPr>
              <a:lnSpc>
                <a:spcPct val="100000"/>
              </a:lnSpc>
            </a:pPr>
            <a:r>
              <a:rPr b="0" lang="en-US" sz="1600" spc="-1" strike="noStrike">
                <a:solidFill>
                  <a:srgbClr val="004c69"/>
                </a:solidFill>
                <a:latin typeface="Century Gothic"/>
              </a:rPr>
              <a:t>UDP Overview</a:t>
            </a:r>
            <a:br/>
            <a:r>
              <a:rPr b="0" lang="en-US" sz="2700" spc="-1" strike="noStrike">
                <a:solidFill>
                  <a:srgbClr val="004c69"/>
                </a:solidFill>
                <a:latin typeface="Century Gothic"/>
              </a:rPr>
              <a:t>UDP Features</a:t>
            </a:r>
            <a:endParaRPr b="0" lang="en-US" sz="2700" spc="-1" strike="noStrike">
              <a:solidFill>
                <a:srgbClr val="000000"/>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8" name="Content Placeholder 4" descr=""/>
          <p:cNvPicPr/>
          <p:nvPr/>
        </p:nvPicPr>
        <p:blipFill>
          <a:blip r:embed="rId1"/>
          <a:srcRect l="1427" t="4185" r="1833" b="4115"/>
          <a:stretch/>
        </p:blipFill>
        <p:spPr>
          <a:xfrm>
            <a:off x="890280" y="2454480"/>
            <a:ext cx="7711920" cy="2358000"/>
          </a:xfrm>
          <a:prstGeom prst="rect">
            <a:avLst/>
          </a:prstGeom>
          <a:ln w="0">
            <a:noFill/>
          </a:ln>
        </p:spPr>
      </p:pic>
      <p:sp>
        <p:nvSpPr>
          <p:cNvPr id="509" name="TextShape 1"/>
          <p:cNvSpPr txBox="1"/>
          <p:nvPr/>
        </p:nvSpPr>
        <p:spPr>
          <a:xfrm>
            <a:off x="573840" y="25416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UDP Overview</a:t>
            </a:r>
            <a:br/>
            <a:r>
              <a:rPr b="0" lang="en-US" sz="2400" spc="-1" strike="noStrike">
                <a:solidFill>
                  <a:srgbClr val="004c69"/>
                </a:solidFill>
                <a:latin typeface="Century Gothic"/>
              </a:rPr>
              <a:t>UDP Header</a:t>
            </a:r>
            <a:endParaRPr b="0" lang="en-US" sz="2400" spc="-1" strike="noStrike">
              <a:solidFill>
                <a:srgbClr val="000000"/>
              </a:solidFill>
              <a:latin typeface="Arial"/>
            </a:endParaRPr>
          </a:p>
        </p:txBody>
      </p:sp>
      <p:sp>
        <p:nvSpPr>
          <p:cNvPr id="510" name="CustomShape 2"/>
          <p:cNvSpPr/>
          <p:nvPr/>
        </p:nvSpPr>
        <p:spPr>
          <a:xfrm>
            <a:off x="822960" y="1503720"/>
            <a:ext cx="7846200" cy="63900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rial"/>
                <a:ea typeface="ＭＳ Ｐゴシック"/>
              </a:rPr>
              <a:t>The UDP header is far simpler than the TCP header because it only has four fields and requires 8 bytes (i.e. 64 bits).</a:t>
            </a:r>
            <a:endParaRPr b="0" lang="en-GB"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11" name="Table 1"/>
          <p:cNvGraphicFramePr/>
          <p:nvPr/>
        </p:nvGraphicFramePr>
        <p:xfrm>
          <a:off x="474480" y="2736360"/>
          <a:ext cx="8280000" cy="1854000"/>
        </p:xfrm>
        <a:graphic>
          <a:graphicData uri="http://schemas.openxmlformats.org/drawingml/2006/table">
            <a:tbl>
              <a:tblPr/>
              <a:tblGrid>
                <a:gridCol w="1697760"/>
                <a:gridCol w="6582600"/>
              </a:tblGrid>
              <a:tr h="491400">
                <a:tc>
                  <a:txBody>
                    <a:bodyPr lIns="47520" rIns="47520" tIns="47520" bIns="47520" anchor="ctr">
                      <a:noAutofit/>
                    </a:bodyPr>
                    <a:p>
                      <a:pPr>
                        <a:lnSpc>
                          <a:spcPct val="100000"/>
                        </a:lnSpc>
                      </a:pPr>
                      <a:r>
                        <a:rPr b="1" lang="en-US" sz="1350" spc="-1" strike="noStrike">
                          <a:solidFill>
                            <a:srgbClr val="ffffff"/>
                          </a:solidFill>
                          <a:latin typeface="Century Gothic"/>
                        </a:rPr>
                        <a:t>UDP Header Field</a:t>
                      </a:r>
                      <a:endParaRPr b="0" lang="en-GB" sz="1350" spc="-1" strike="noStrike">
                        <a:latin typeface="Arial"/>
                      </a:endParaRPr>
                    </a:p>
                  </a:txBody>
                  <a:tcPr marL="47520" marR="4752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c>
                  <a:txBody>
                    <a:bodyPr lIns="47520" rIns="47520" tIns="47520" bIns="47520" anchor="ctr">
                      <a:noAutofit/>
                    </a:bodyPr>
                    <a:p>
                      <a:pPr>
                        <a:lnSpc>
                          <a:spcPct val="100000"/>
                        </a:lnSpc>
                      </a:pPr>
                      <a:r>
                        <a:rPr b="1" lang="en-US" sz="1350" spc="-1" strike="noStrike">
                          <a:solidFill>
                            <a:srgbClr val="ffffff"/>
                          </a:solidFill>
                          <a:latin typeface="Century Gothic"/>
                        </a:rPr>
                        <a:t>Description</a:t>
                      </a:r>
                      <a:endParaRPr b="0" lang="en-GB" sz="1350" spc="-1" strike="noStrike">
                        <a:latin typeface="Arial"/>
                      </a:endParaRPr>
                    </a:p>
                  </a:txBody>
                  <a:tcPr marL="47520" marR="4752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r>
              <a:tr h="370800">
                <a:tc>
                  <a:txBody>
                    <a:bodyPr lIns="47520" rIns="47520" tIns="47520" bIns="47520" anchor="ctr">
                      <a:noAutofit/>
                    </a:bodyPr>
                    <a:p>
                      <a:pPr>
                        <a:lnSpc>
                          <a:spcPct val="100000"/>
                        </a:lnSpc>
                      </a:pPr>
                      <a:r>
                        <a:rPr b="1" lang="en-US" sz="1350" spc="-1" strike="noStrike">
                          <a:solidFill>
                            <a:srgbClr val="000000"/>
                          </a:solidFill>
                          <a:latin typeface="Century Gothic"/>
                        </a:rPr>
                        <a:t>Source Port</a:t>
                      </a:r>
                      <a:endParaRPr b="0" lang="en-GB" sz="135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350" spc="-1" strike="noStrike">
                          <a:solidFill>
                            <a:srgbClr val="000000"/>
                          </a:solidFill>
                          <a:latin typeface="Century Gothic"/>
                        </a:rPr>
                        <a:t>A 16-bit field used to identify the source application by port number.</a:t>
                      </a:r>
                      <a:endParaRPr b="0" lang="en-GB" sz="135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370800">
                <a:tc>
                  <a:txBody>
                    <a:bodyPr lIns="47520" rIns="47520" tIns="47520" bIns="47520" anchor="ctr">
                      <a:noAutofit/>
                    </a:bodyPr>
                    <a:p>
                      <a:pPr>
                        <a:lnSpc>
                          <a:spcPct val="100000"/>
                        </a:lnSpc>
                      </a:pPr>
                      <a:r>
                        <a:rPr b="1" lang="en-US" sz="1350" spc="-1" strike="noStrike">
                          <a:solidFill>
                            <a:srgbClr val="000000"/>
                          </a:solidFill>
                          <a:latin typeface="Century Gothic"/>
                        </a:rPr>
                        <a:t>Destination Port</a:t>
                      </a:r>
                      <a:endParaRPr b="0" lang="en-GB" sz="135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350" spc="-1" strike="noStrike">
                          <a:solidFill>
                            <a:srgbClr val="000000"/>
                          </a:solidFill>
                          <a:latin typeface="Century Gothic"/>
                        </a:rPr>
                        <a:t>A 16-bit field used to identify the destination application by port number.</a:t>
                      </a:r>
                      <a:endParaRPr b="0" lang="en-GB" sz="135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370800">
                <a:tc>
                  <a:txBody>
                    <a:bodyPr lIns="47520" rIns="47520" tIns="47520" bIns="47520" anchor="ctr">
                      <a:noAutofit/>
                    </a:bodyPr>
                    <a:p>
                      <a:pPr>
                        <a:lnSpc>
                          <a:spcPct val="100000"/>
                        </a:lnSpc>
                      </a:pPr>
                      <a:r>
                        <a:rPr b="1" lang="en-US" sz="1350" spc="-1" strike="noStrike">
                          <a:solidFill>
                            <a:srgbClr val="000000"/>
                          </a:solidFill>
                          <a:latin typeface="Century Gothic"/>
                        </a:rPr>
                        <a:t>Length</a:t>
                      </a:r>
                      <a:endParaRPr b="0" lang="en-GB" sz="135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350" spc="-1" strike="noStrike">
                          <a:solidFill>
                            <a:srgbClr val="000000"/>
                          </a:solidFill>
                          <a:latin typeface="Century Gothic"/>
                        </a:rPr>
                        <a:t>A 16-bit field that indicates the length of the UDP datagram header.</a:t>
                      </a:r>
                      <a:endParaRPr b="0" lang="en-GB" sz="135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370800">
                <a:tc>
                  <a:txBody>
                    <a:bodyPr lIns="47520" rIns="47520" tIns="47520" bIns="47520" anchor="ctr">
                      <a:noAutofit/>
                    </a:bodyPr>
                    <a:p>
                      <a:pPr>
                        <a:lnSpc>
                          <a:spcPct val="100000"/>
                        </a:lnSpc>
                      </a:pPr>
                      <a:r>
                        <a:rPr b="1" lang="en-US" sz="1350" spc="-1" strike="noStrike">
                          <a:solidFill>
                            <a:srgbClr val="000000"/>
                          </a:solidFill>
                          <a:latin typeface="Century Gothic"/>
                        </a:rPr>
                        <a:t>Checksum</a:t>
                      </a:r>
                      <a:endParaRPr b="0" lang="en-GB" sz="135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350" spc="-1" strike="noStrike">
                          <a:solidFill>
                            <a:srgbClr val="000000"/>
                          </a:solidFill>
                          <a:latin typeface="Century Gothic"/>
                        </a:rPr>
                        <a:t>A 16-bit field used for error checking of the datagram header and data.</a:t>
                      </a:r>
                      <a:endParaRPr b="0" lang="en-GB" sz="135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bl>
          </a:graphicData>
        </a:graphic>
      </p:graphicFrame>
      <p:sp>
        <p:nvSpPr>
          <p:cNvPr id="512" name="TextShape 2"/>
          <p:cNvSpPr txBox="1"/>
          <p:nvPr/>
        </p:nvSpPr>
        <p:spPr>
          <a:xfrm>
            <a:off x="474480" y="53892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UDP Overview</a:t>
            </a:r>
            <a:br/>
            <a:r>
              <a:rPr b="0" lang="en-US" sz="2400" spc="-1" strike="noStrike">
                <a:solidFill>
                  <a:srgbClr val="004c69"/>
                </a:solidFill>
                <a:latin typeface="Century Gothic"/>
              </a:rPr>
              <a:t>UDP Header Fields</a:t>
            </a:r>
            <a:endParaRPr b="0" lang="en-US" sz="2400" spc="-1" strike="noStrike">
              <a:solidFill>
                <a:srgbClr val="000000"/>
              </a:solidFill>
              <a:latin typeface="Arial"/>
            </a:endParaRPr>
          </a:p>
        </p:txBody>
      </p:sp>
      <p:sp>
        <p:nvSpPr>
          <p:cNvPr id="513" name="CustomShape 3"/>
          <p:cNvSpPr/>
          <p:nvPr/>
        </p:nvSpPr>
        <p:spPr>
          <a:xfrm>
            <a:off x="508320" y="1880280"/>
            <a:ext cx="7328520" cy="36468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rial"/>
                <a:ea typeface="ＭＳ Ｐゴシック"/>
              </a:rPr>
              <a:t>The table identifies and describes the four fields in a UDP header.</a:t>
            </a:r>
            <a:endParaRPr b="0" lang="en-GB"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TextShape 1"/>
          <p:cNvSpPr txBox="1"/>
          <p:nvPr/>
        </p:nvSpPr>
        <p:spPr>
          <a:xfrm>
            <a:off x="1186200" y="234000"/>
            <a:ext cx="6683400" cy="960480"/>
          </a:xfrm>
          <a:prstGeom prst="rect">
            <a:avLst/>
          </a:prstGeom>
          <a:noFill/>
          <a:ln w="0">
            <a:noFill/>
          </a:ln>
        </p:spPr>
        <p:txBody>
          <a:bodyPr>
            <a:noAutofit/>
          </a:bodyPr>
          <a:p>
            <a:pPr>
              <a:lnSpc>
                <a:spcPct val="100000"/>
              </a:lnSpc>
            </a:pPr>
            <a:r>
              <a:rPr b="0" lang="en-US" sz="1600" spc="-1" strike="noStrike">
                <a:solidFill>
                  <a:srgbClr val="178dbb"/>
                </a:solidFill>
                <a:latin typeface="Century Gothic"/>
              </a:rPr>
              <a:t>UDP Overview</a:t>
            </a:r>
            <a:br/>
            <a:r>
              <a:rPr b="0" lang="en-US" sz="2400" spc="-1" strike="noStrike">
                <a:solidFill>
                  <a:srgbClr val="178dbb"/>
                </a:solidFill>
                <a:latin typeface="Century Gothic"/>
              </a:rPr>
              <a:t>Applications that </a:t>
            </a:r>
            <a:r>
              <a:rPr b="0" lang="en-US" sz="2400" spc="-1" strike="noStrike">
                <a:solidFill>
                  <a:srgbClr val="178dbb"/>
                </a:solidFill>
                <a:latin typeface="Century Gothic"/>
              </a:rPr>
              <a:t>use UDP</a:t>
            </a:r>
            <a:endParaRPr b="0" lang="en-US" sz="2400" spc="-1" strike="noStrike">
              <a:solidFill>
                <a:srgbClr val="000000"/>
              </a:solidFill>
              <a:latin typeface="Arial"/>
            </a:endParaRPr>
          </a:p>
        </p:txBody>
      </p:sp>
      <p:sp>
        <p:nvSpPr>
          <p:cNvPr id="515" name="TextShape 2"/>
          <p:cNvSpPr txBox="1"/>
          <p:nvPr/>
        </p:nvSpPr>
        <p:spPr>
          <a:xfrm>
            <a:off x="144000" y="1091520"/>
            <a:ext cx="4922640" cy="3862440"/>
          </a:xfrm>
          <a:prstGeom prst="rect">
            <a:avLst/>
          </a:prstGeom>
          <a:noFill/>
          <a:ln w="0">
            <a:noFill/>
          </a:ln>
        </p:spPr>
        <p:txBody>
          <a:bodyPr>
            <a:normAutofit fontScale="91000"/>
          </a:bodyPr>
          <a:p>
            <a:pPr marL="257040" indent="-256680">
              <a:lnSpc>
                <a:spcPct val="100000"/>
              </a:lnSpc>
              <a:spcBef>
                <a:spcPts val="751"/>
              </a:spcBef>
              <a:buClr>
                <a:srgbClr val="353535"/>
              </a:buClr>
              <a:buFont typeface="Wingdings 3" charset="2"/>
              <a:buChar char=""/>
            </a:pPr>
            <a:r>
              <a:rPr b="0" lang="en-US" sz="1600" spc="-1" strike="noStrike">
                <a:solidFill>
                  <a:srgbClr val="404040"/>
                </a:solidFill>
                <a:latin typeface="Century Gothic"/>
              </a:rPr>
              <a:t>Live video and multimedia applications - These applications can tolerate some data loss but require little or no delay. Examples include VoIP and live streaming video.</a:t>
            </a:r>
            <a:endParaRPr b="0" lang="en-US" sz="1600" spc="-1" strike="noStrike">
              <a:solidFill>
                <a:srgbClr val="404040"/>
              </a:solidFill>
              <a:latin typeface="Century Gothic"/>
            </a:endParaRPr>
          </a:p>
          <a:p>
            <a:pPr marL="257040" indent="-256680">
              <a:lnSpc>
                <a:spcPct val="100000"/>
              </a:lnSpc>
              <a:spcBef>
                <a:spcPts val="751"/>
              </a:spcBef>
              <a:buClr>
                <a:srgbClr val="353535"/>
              </a:buClr>
              <a:buFont typeface="Wingdings 3" charset="2"/>
              <a:buChar char=""/>
            </a:pPr>
            <a:r>
              <a:rPr b="0" lang="en-US" sz="1600" spc="-1" strike="noStrike">
                <a:solidFill>
                  <a:srgbClr val="404040"/>
                </a:solidFill>
                <a:latin typeface="Century Gothic"/>
              </a:rPr>
              <a:t>Simple request and reply applications - Applications with simple transactions where a host sends a request and may or may not receive a reply. Examples include DNS and DHCP.</a:t>
            </a:r>
            <a:endParaRPr b="0" lang="en-US" sz="1600" spc="-1" strike="noStrike">
              <a:solidFill>
                <a:srgbClr val="404040"/>
              </a:solidFill>
              <a:latin typeface="Century Gothic"/>
            </a:endParaRPr>
          </a:p>
          <a:p>
            <a:pPr marL="257040" indent="-256680">
              <a:lnSpc>
                <a:spcPct val="100000"/>
              </a:lnSpc>
              <a:spcBef>
                <a:spcPts val="751"/>
              </a:spcBef>
              <a:buClr>
                <a:srgbClr val="353535"/>
              </a:buClr>
              <a:buFont typeface="Wingdings 3" charset="2"/>
              <a:buChar char=""/>
            </a:pPr>
            <a:r>
              <a:rPr b="0" lang="en-US" sz="1600" spc="-1" strike="noStrike">
                <a:solidFill>
                  <a:srgbClr val="404040"/>
                </a:solidFill>
                <a:latin typeface="Century Gothic"/>
              </a:rPr>
              <a:t>Applications that handle reliability themselves - Unidirectional communications where flow control, error detection, acknowledgments, and error recovery is not required, or can be handled by the application. Examples include SNMP and TFTP.</a:t>
            </a:r>
            <a:endParaRPr b="0" lang="en-US" sz="1600" spc="-1" strike="noStrike">
              <a:solidFill>
                <a:srgbClr val="404040"/>
              </a:solidFill>
              <a:latin typeface="Century Gothic"/>
            </a:endParaRPr>
          </a:p>
        </p:txBody>
      </p:sp>
      <p:pic>
        <p:nvPicPr>
          <p:cNvPr id="516" name="Picture 5" descr=""/>
          <p:cNvPicPr/>
          <p:nvPr/>
        </p:nvPicPr>
        <p:blipFill>
          <a:blip r:embed="rId1"/>
          <a:srcRect l="15104" t="3226" r="12046" b="3296"/>
          <a:stretch/>
        </p:blipFill>
        <p:spPr>
          <a:xfrm>
            <a:off x="5307480" y="1091520"/>
            <a:ext cx="3380400" cy="3674160"/>
          </a:xfrm>
          <a:prstGeom prst="rect">
            <a:avLst/>
          </a:prstGeom>
          <a:ln w="0">
            <a:noFill/>
          </a:ln>
        </p:spPr>
      </p:pic>
    </p:spTree>
  </p:cSld>
  <p:transition spd="slow">
    <p:wipe dir="l"/>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sp>
        <p:nvSpPr>
          <p:cNvPr id="517" name="TextShape 1"/>
          <p:cNvSpPr txBox="1"/>
          <p:nvPr/>
        </p:nvSpPr>
        <p:spPr>
          <a:xfrm>
            <a:off x="416520" y="1788120"/>
            <a:ext cx="7848000" cy="929160"/>
          </a:xfrm>
          <a:prstGeom prst="rect">
            <a:avLst/>
          </a:prstGeom>
          <a:noFill/>
          <a:ln w="0">
            <a:noFill/>
          </a:ln>
        </p:spPr>
        <p:txBody>
          <a:bodyPr anchor="b">
            <a:noAutofit/>
          </a:bodyPr>
          <a:p>
            <a:pPr>
              <a:lnSpc>
                <a:spcPct val="90000"/>
              </a:lnSpc>
              <a:tabLst>
                <a:tab algn="l" pos="0"/>
              </a:tabLst>
            </a:pPr>
            <a:r>
              <a:rPr b="0" lang="en-US" sz="4600" spc="-1" strike="noStrike">
                <a:solidFill>
                  <a:srgbClr val="000000"/>
                </a:solidFill>
                <a:latin typeface="Century Gothic"/>
              </a:rPr>
              <a:t>14.4 Port Numbers</a:t>
            </a:r>
            <a:endParaRPr b="0" lang="en-US" sz="4600" spc="-1" strike="noStrike">
              <a:solidFill>
                <a:srgbClr val="000000"/>
              </a:solidFill>
              <a:latin typeface="Arial"/>
            </a:endParaRPr>
          </a:p>
        </p:txBody>
      </p:sp>
    </p:spTree>
  </p:cSld>
  <p:transition spd="slow">
    <p:wipe dir="l"/>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TextShape 1"/>
          <p:cNvSpPr txBox="1"/>
          <p:nvPr/>
        </p:nvSpPr>
        <p:spPr>
          <a:xfrm>
            <a:off x="313560" y="1053000"/>
            <a:ext cx="8516880" cy="1888200"/>
          </a:xfrm>
          <a:prstGeom prst="rect">
            <a:avLst/>
          </a:prstGeom>
          <a:noFill/>
          <a:ln w="0">
            <a:noFill/>
          </a:ln>
        </p:spPr>
        <p:txBody>
          <a:bodyPr>
            <a:noAutofit/>
          </a:bodyPr>
          <a:p>
            <a:pPr>
              <a:lnSpc>
                <a:spcPct val="100000"/>
              </a:lnSpc>
              <a:spcBef>
                <a:spcPts val="320"/>
              </a:spcBef>
              <a:tabLst>
                <a:tab algn="l" pos="0"/>
              </a:tabLst>
            </a:pPr>
            <a:r>
              <a:rPr b="0" lang="en-US" sz="1600" spc="-1" strike="noStrike">
                <a:solidFill>
                  <a:srgbClr val="000000"/>
                </a:solidFill>
                <a:latin typeface="Century Gothic"/>
              </a:rPr>
              <a:t>TCP and UDP transport layer protocols use port numbers to manage multiple, simultaneous conversations.</a:t>
            </a:r>
            <a:endParaRPr b="0" lang="en-US" sz="1600" spc="-1" strike="noStrike">
              <a:solidFill>
                <a:srgbClr val="404040"/>
              </a:solidFill>
              <a:latin typeface="Century Gothic"/>
            </a:endParaRPr>
          </a:p>
          <a:p>
            <a:pPr>
              <a:lnSpc>
                <a:spcPct val="100000"/>
              </a:lnSpc>
              <a:spcBef>
                <a:spcPts val="320"/>
              </a:spcBef>
              <a:tabLst>
                <a:tab algn="l" pos="0"/>
              </a:tabLst>
            </a:pPr>
            <a:endParaRPr b="0" lang="en-US" sz="1600" spc="-1" strike="noStrike">
              <a:solidFill>
                <a:srgbClr val="404040"/>
              </a:solidFill>
              <a:latin typeface="Century Gothic"/>
            </a:endParaRPr>
          </a:p>
          <a:p>
            <a:pPr>
              <a:lnSpc>
                <a:spcPct val="100000"/>
              </a:lnSpc>
              <a:spcBef>
                <a:spcPts val="320"/>
              </a:spcBef>
              <a:tabLst>
                <a:tab algn="l" pos="0"/>
              </a:tabLst>
            </a:pPr>
            <a:r>
              <a:rPr b="0" lang="en-US" sz="1600" spc="-1" strike="noStrike">
                <a:solidFill>
                  <a:srgbClr val="000000"/>
                </a:solidFill>
                <a:latin typeface="Century Gothic"/>
              </a:rPr>
              <a:t>The source port number is associated with the originating application on the local host whereas the destination port number is associated with the destination application on the remote host.</a:t>
            </a:r>
            <a:endParaRPr b="0" lang="en-US" sz="1600" spc="-1" strike="noStrike">
              <a:solidFill>
                <a:srgbClr val="404040"/>
              </a:solidFill>
              <a:latin typeface="Century Gothic"/>
            </a:endParaRPr>
          </a:p>
        </p:txBody>
      </p:sp>
      <p:sp>
        <p:nvSpPr>
          <p:cNvPr id="519" name="TextShape 2"/>
          <p:cNvSpPr txBox="1"/>
          <p:nvPr/>
        </p:nvSpPr>
        <p:spPr>
          <a:xfrm>
            <a:off x="399240" y="7812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Port Numbers</a:t>
            </a:r>
            <a:br/>
            <a:r>
              <a:rPr b="0" lang="en-US" sz="2400" spc="-1" strike="noStrike">
                <a:solidFill>
                  <a:srgbClr val="004c69"/>
                </a:solidFill>
                <a:latin typeface="Century Gothic"/>
              </a:rPr>
              <a:t>Multiple </a:t>
            </a:r>
            <a:r>
              <a:rPr b="0" lang="en-US" sz="2400" spc="-1" strike="noStrike">
                <a:solidFill>
                  <a:srgbClr val="004c69"/>
                </a:solidFill>
                <a:latin typeface="Century Gothic"/>
              </a:rPr>
              <a:t>Separate </a:t>
            </a:r>
            <a:r>
              <a:rPr b="0" lang="en-US" sz="2400" spc="-1" strike="noStrike">
                <a:solidFill>
                  <a:srgbClr val="004c69"/>
                </a:solidFill>
                <a:latin typeface="Century Gothic"/>
              </a:rPr>
              <a:t>Communications</a:t>
            </a:r>
            <a:endParaRPr b="0" lang="en-US" sz="2400" spc="-1" strike="noStrike">
              <a:solidFill>
                <a:srgbClr val="000000"/>
              </a:solidFill>
              <a:latin typeface="Arial"/>
            </a:endParaRPr>
          </a:p>
        </p:txBody>
      </p:sp>
      <p:pic>
        <p:nvPicPr>
          <p:cNvPr id="520" name="Picture 1" descr=""/>
          <p:cNvPicPr/>
          <p:nvPr/>
        </p:nvPicPr>
        <p:blipFill>
          <a:blip r:embed="rId1"/>
          <a:stretch/>
        </p:blipFill>
        <p:spPr>
          <a:xfrm>
            <a:off x="655560" y="2941560"/>
            <a:ext cx="7832160" cy="13618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TextShape 1"/>
          <p:cNvSpPr txBox="1"/>
          <p:nvPr/>
        </p:nvSpPr>
        <p:spPr>
          <a:xfrm>
            <a:off x="207360" y="977400"/>
            <a:ext cx="4179600" cy="3675600"/>
          </a:xfrm>
          <a:prstGeom prst="rect">
            <a:avLst/>
          </a:prstGeom>
          <a:noFill/>
          <a:ln w="0">
            <a:noFill/>
          </a:ln>
        </p:spPr>
        <p:txBody>
          <a:bodyPr>
            <a:noAutofit/>
          </a:bodyPr>
          <a:p>
            <a:pPr marL="285840" indent="-285480">
              <a:lnSpc>
                <a:spcPct val="100000"/>
              </a:lnSpc>
              <a:spcBef>
                <a:spcPts val="320"/>
              </a:spcBef>
              <a:buClr>
                <a:srgbClr val="000000"/>
              </a:buClr>
              <a:buFont typeface="Arial"/>
              <a:buChar char="•"/>
            </a:pPr>
            <a:r>
              <a:rPr b="0" lang="en-US" sz="1600" spc="-1" strike="noStrike">
                <a:solidFill>
                  <a:srgbClr val="000000"/>
                </a:solidFill>
                <a:latin typeface="Century Gothic"/>
              </a:rPr>
              <a:t>The source and destination ports are placed within the segment.</a:t>
            </a:r>
            <a:endParaRPr b="0" lang="en-US" sz="1600" spc="-1" strike="noStrike">
              <a:solidFill>
                <a:srgbClr val="404040"/>
              </a:solidFill>
              <a:latin typeface="Century Gothic"/>
            </a:endParaRPr>
          </a:p>
          <a:p>
            <a:pPr marL="285840" indent="-285480">
              <a:lnSpc>
                <a:spcPct val="100000"/>
              </a:lnSpc>
              <a:spcBef>
                <a:spcPts val="320"/>
              </a:spcBef>
              <a:buClr>
                <a:srgbClr val="000000"/>
              </a:buClr>
              <a:buFont typeface="Arial"/>
              <a:buChar char="•"/>
            </a:pPr>
            <a:r>
              <a:rPr b="0" lang="en-US" sz="1600" spc="-1" strike="noStrike">
                <a:solidFill>
                  <a:srgbClr val="000000"/>
                </a:solidFill>
                <a:latin typeface="Century Gothic"/>
              </a:rPr>
              <a:t>The segments are then encapsulated within an IP packet.</a:t>
            </a:r>
            <a:endParaRPr b="0" lang="en-US" sz="1600" spc="-1" strike="noStrike">
              <a:solidFill>
                <a:srgbClr val="404040"/>
              </a:solidFill>
              <a:latin typeface="Century Gothic"/>
            </a:endParaRPr>
          </a:p>
          <a:p>
            <a:pPr marL="285840" indent="-285480">
              <a:lnSpc>
                <a:spcPct val="100000"/>
              </a:lnSpc>
              <a:spcBef>
                <a:spcPts val="320"/>
              </a:spcBef>
              <a:buClr>
                <a:srgbClr val="000000"/>
              </a:buClr>
              <a:buFont typeface="Arial"/>
              <a:buChar char="•"/>
            </a:pPr>
            <a:r>
              <a:rPr b="0" lang="en-US" sz="1600" spc="-1" strike="noStrike">
                <a:solidFill>
                  <a:srgbClr val="000000"/>
                </a:solidFill>
                <a:latin typeface="Century Gothic"/>
              </a:rPr>
              <a:t>The combination of the source IP address and source port number, or the destination IP address and destination port number is known as a socket.</a:t>
            </a:r>
            <a:endParaRPr b="0" lang="en-US" sz="1600" spc="-1" strike="noStrike">
              <a:solidFill>
                <a:srgbClr val="404040"/>
              </a:solidFill>
              <a:latin typeface="Century Gothic"/>
            </a:endParaRPr>
          </a:p>
          <a:p>
            <a:pPr marL="285840" indent="-285480">
              <a:lnSpc>
                <a:spcPct val="100000"/>
              </a:lnSpc>
              <a:spcBef>
                <a:spcPts val="320"/>
              </a:spcBef>
              <a:buClr>
                <a:srgbClr val="000000"/>
              </a:buClr>
              <a:buFont typeface="Arial"/>
              <a:buChar char="•"/>
            </a:pPr>
            <a:r>
              <a:rPr b="0" lang="en-US" sz="1600" spc="-1" strike="noStrike">
                <a:solidFill>
                  <a:srgbClr val="000000"/>
                </a:solidFill>
                <a:latin typeface="Century Gothic"/>
              </a:rPr>
              <a:t>Sockets enable multiple processes, running on a client, to distinguish themselves from each other, and multiple connections to a server process to be distinguished from each other.</a:t>
            </a:r>
            <a:endParaRPr b="0" lang="en-US" sz="1600" spc="-1" strike="noStrike">
              <a:solidFill>
                <a:srgbClr val="404040"/>
              </a:solidFill>
              <a:latin typeface="Century Gothic"/>
            </a:endParaRPr>
          </a:p>
        </p:txBody>
      </p:sp>
      <p:sp>
        <p:nvSpPr>
          <p:cNvPr id="522" name="TextShape 2"/>
          <p:cNvSpPr txBox="1"/>
          <p:nvPr/>
        </p:nvSpPr>
        <p:spPr>
          <a:xfrm>
            <a:off x="368640" y="132120"/>
            <a:ext cx="597744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Port numbers</a:t>
            </a:r>
            <a:br/>
            <a:r>
              <a:rPr b="0" lang="en-US" sz="2400" spc="-1" strike="noStrike">
                <a:solidFill>
                  <a:srgbClr val="004c69"/>
                </a:solidFill>
                <a:latin typeface="Century Gothic"/>
              </a:rPr>
              <a:t>Socket Pairs</a:t>
            </a:r>
            <a:endParaRPr b="0" lang="en-US" sz="2400" spc="-1" strike="noStrike">
              <a:solidFill>
                <a:srgbClr val="000000"/>
              </a:solidFill>
              <a:latin typeface="Arial"/>
            </a:endParaRPr>
          </a:p>
        </p:txBody>
      </p:sp>
      <p:pic>
        <p:nvPicPr>
          <p:cNvPr id="523" name="Picture 1" descr=""/>
          <p:cNvPicPr/>
          <p:nvPr/>
        </p:nvPicPr>
        <p:blipFill>
          <a:blip r:embed="rId1"/>
          <a:stretch/>
        </p:blipFill>
        <p:spPr>
          <a:xfrm>
            <a:off x="4387320" y="1445400"/>
            <a:ext cx="4370040" cy="35506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TextShape 1"/>
          <p:cNvSpPr txBox="1"/>
          <p:nvPr/>
        </p:nvSpPr>
        <p:spPr>
          <a:xfrm>
            <a:off x="234000" y="8496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Port Numbers</a:t>
            </a:r>
            <a:br/>
            <a:r>
              <a:rPr b="0" lang="en-US" sz="2400" spc="-1" strike="noStrike">
                <a:solidFill>
                  <a:srgbClr val="004c69"/>
                </a:solidFill>
                <a:latin typeface="Century Gothic"/>
              </a:rPr>
              <a:t>Port Number Groups</a:t>
            </a:r>
            <a:endParaRPr b="0" lang="en-US" sz="2400" spc="-1" strike="noStrike">
              <a:solidFill>
                <a:srgbClr val="000000"/>
              </a:solidFill>
              <a:latin typeface="Arial"/>
            </a:endParaRPr>
          </a:p>
        </p:txBody>
      </p:sp>
      <p:graphicFrame>
        <p:nvGraphicFramePr>
          <p:cNvPr id="525" name="Table 2"/>
          <p:cNvGraphicFramePr/>
          <p:nvPr/>
        </p:nvGraphicFramePr>
        <p:xfrm>
          <a:off x="515160" y="1070280"/>
          <a:ext cx="7988760" cy="1482840"/>
        </p:xfrm>
        <a:graphic>
          <a:graphicData uri="http://schemas.openxmlformats.org/drawingml/2006/table">
            <a:tbl>
              <a:tblPr/>
              <a:tblGrid>
                <a:gridCol w="1143000"/>
                <a:gridCol w="1636200"/>
                <a:gridCol w="5209560"/>
              </a:tblGrid>
              <a:tr h="370800">
                <a:tc>
                  <a:txBody>
                    <a:bodyPr lIns="47520" rIns="47520" tIns="47520" bIns="47520" anchor="ctr">
                      <a:noAutofit/>
                    </a:bodyPr>
                    <a:p>
                      <a:pPr>
                        <a:lnSpc>
                          <a:spcPct val="100000"/>
                        </a:lnSpc>
                      </a:pPr>
                      <a:r>
                        <a:rPr b="1" lang="en-US" sz="1200" spc="-1" strike="noStrike">
                          <a:solidFill>
                            <a:srgbClr val="ffffff"/>
                          </a:solidFill>
                          <a:latin typeface="Century Gothic"/>
                        </a:rPr>
                        <a:t>Port Group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c>
                  <a:txBody>
                    <a:bodyPr lIns="47520" rIns="47520" tIns="47520" bIns="47520" anchor="ctr">
                      <a:noAutofit/>
                    </a:bodyPr>
                    <a:p>
                      <a:pPr>
                        <a:lnSpc>
                          <a:spcPct val="100000"/>
                        </a:lnSpc>
                      </a:pPr>
                      <a:r>
                        <a:rPr b="1" lang="en-US" sz="1200" spc="-1" strike="noStrike">
                          <a:solidFill>
                            <a:srgbClr val="ffffff"/>
                          </a:solidFill>
                          <a:latin typeface="Century Gothic"/>
                        </a:rPr>
                        <a:t>Number Range</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c>
                  <a:txBody>
                    <a:bodyPr lIns="47520" rIns="47520" tIns="47520" bIns="47520" anchor="ctr">
                      <a:noAutofit/>
                    </a:bodyPr>
                    <a:p>
                      <a:pPr>
                        <a:lnSpc>
                          <a:spcPct val="100000"/>
                        </a:lnSpc>
                      </a:pPr>
                      <a:r>
                        <a:rPr b="1" lang="en-US" sz="1200" spc="-1" strike="noStrike">
                          <a:solidFill>
                            <a:srgbClr val="ffffff"/>
                          </a:solidFill>
                          <a:latin typeface="Century Gothic"/>
                        </a:rPr>
                        <a:t>Description</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r>
              <a:tr h="370800">
                <a:tc>
                  <a:txBody>
                    <a:bodyPr lIns="47520" rIns="47520" tIns="47520" bIns="47520" anchor="ctr">
                      <a:noAutofit/>
                    </a:bodyPr>
                    <a:p>
                      <a:pPr>
                        <a:lnSpc>
                          <a:spcPct val="100000"/>
                        </a:lnSpc>
                      </a:pPr>
                      <a:r>
                        <a:rPr b="1" lang="en-US" sz="1200" spc="-1" strike="noStrike">
                          <a:solidFill>
                            <a:srgbClr val="000000"/>
                          </a:solidFill>
                          <a:latin typeface="Century Gothic"/>
                        </a:rPr>
                        <a:t>Well-known Ports</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1" lang="en-US" sz="1200" spc="-1" strike="noStrike">
                          <a:solidFill>
                            <a:srgbClr val="000000"/>
                          </a:solidFill>
                          <a:latin typeface="Century Gothic"/>
                        </a:rPr>
                        <a:t>0 to 1,023</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indent="-216000">
                        <a:lnSpc>
                          <a:spcPct val="100000"/>
                        </a:lnSpc>
                        <a:buClr>
                          <a:srgbClr val="000000"/>
                        </a:buClr>
                        <a:buFont typeface="Arial"/>
                        <a:buChar char="•"/>
                      </a:pPr>
                      <a:r>
                        <a:rPr b="0" lang="en-US" sz="1200" spc="-1" strike="noStrike">
                          <a:solidFill>
                            <a:srgbClr val="000000"/>
                          </a:solidFill>
                          <a:latin typeface="Century Gothic"/>
                        </a:rPr>
                        <a:t>These port numbers are reserved for common or popular services and applications such as web browsers, email clients, and remote access clients.</a:t>
                      </a:r>
                      <a:endParaRPr b="0" lang="en-GB" sz="1200" spc="-1" strike="noStrike">
                        <a:latin typeface="Arial"/>
                      </a:endParaRPr>
                    </a:p>
                    <a:p>
                      <a:pPr indent="-216000">
                        <a:lnSpc>
                          <a:spcPct val="100000"/>
                        </a:lnSpc>
                        <a:buClr>
                          <a:srgbClr val="000000"/>
                        </a:buClr>
                        <a:buFont typeface="Arial"/>
                        <a:buChar char="•"/>
                      </a:pPr>
                      <a:r>
                        <a:rPr b="0" lang="en-US" sz="1200" spc="-1" strike="noStrike">
                          <a:solidFill>
                            <a:srgbClr val="000000"/>
                          </a:solidFill>
                          <a:latin typeface="Century Gothic"/>
                        </a:rPr>
                        <a:t>Defined well-known ports for common server applications enables clients to easily identify the associated service required.</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370800">
                <a:tc>
                  <a:txBody>
                    <a:bodyPr lIns="47520" rIns="47520" tIns="47520" bIns="47520" anchor="ctr">
                      <a:noAutofit/>
                    </a:bodyPr>
                    <a:p>
                      <a:pPr>
                        <a:lnSpc>
                          <a:spcPct val="100000"/>
                        </a:lnSpc>
                      </a:pPr>
                      <a:r>
                        <a:rPr b="1" lang="en-US" sz="1200" spc="-1" strike="noStrike">
                          <a:solidFill>
                            <a:srgbClr val="000000"/>
                          </a:solidFill>
                          <a:latin typeface="Century Gothic"/>
                        </a:rPr>
                        <a:t>Registered Ports</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1" lang="en-US" sz="1200" spc="-1" strike="noStrike">
                          <a:solidFill>
                            <a:srgbClr val="000000"/>
                          </a:solidFill>
                          <a:latin typeface="Century Gothic"/>
                        </a:rPr>
                        <a:t>1,024 to 49,151</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indent="-216000">
                        <a:lnSpc>
                          <a:spcPct val="100000"/>
                        </a:lnSpc>
                        <a:buClr>
                          <a:srgbClr val="000000"/>
                        </a:buClr>
                        <a:buFont typeface="Arial"/>
                        <a:buChar char="•"/>
                      </a:pPr>
                      <a:r>
                        <a:rPr b="0" lang="en-US" sz="1200" spc="-1" strike="noStrike">
                          <a:solidFill>
                            <a:srgbClr val="000000"/>
                          </a:solidFill>
                          <a:latin typeface="Century Gothic"/>
                        </a:rPr>
                        <a:t>These port numbers are assigned by IANA to a requesting entity to use with specific processes or applications.</a:t>
                      </a:r>
                      <a:endParaRPr b="0" lang="en-GB" sz="1200" spc="-1" strike="noStrike">
                        <a:latin typeface="Arial"/>
                      </a:endParaRPr>
                    </a:p>
                    <a:p>
                      <a:pPr indent="-216000">
                        <a:lnSpc>
                          <a:spcPct val="100000"/>
                        </a:lnSpc>
                        <a:buClr>
                          <a:srgbClr val="000000"/>
                        </a:buClr>
                        <a:buFont typeface="Arial"/>
                        <a:buChar char="•"/>
                      </a:pPr>
                      <a:r>
                        <a:rPr b="0" lang="en-US" sz="1200" spc="-1" strike="noStrike">
                          <a:solidFill>
                            <a:srgbClr val="000000"/>
                          </a:solidFill>
                          <a:latin typeface="Century Gothic"/>
                        </a:rPr>
                        <a:t>These processes are primarily individual applications that a user has chosen to install, rather than common applications that would receive a well-known port number.</a:t>
                      </a:r>
                      <a:endParaRPr b="0" lang="en-GB" sz="1200" spc="-1" strike="noStrike">
                        <a:latin typeface="Arial"/>
                      </a:endParaRPr>
                    </a:p>
                    <a:p>
                      <a:pPr indent="-216000">
                        <a:lnSpc>
                          <a:spcPct val="100000"/>
                        </a:lnSpc>
                        <a:buClr>
                          <a:srgbClr val="000000"/>
                        </a:buClr>
                        <a:buFont typeface="Arial"/>
                        <a:buChar char="•"/>
                      </a:pPr>
                      <a:r>
                        <a:rPr b="0" lang="en-US" sz="1200" spc="-1" strike="noStrike">
                          <a:solidFill>
                            <a:srgbClr val="000000"/>
                          </a:solidFill>
                          <a:latin typeface="Century Gothic"/>
                        </a:rPr>
                        <a:t>For example, Cisco has registered port 1812 for its RADIUS server authentication process.</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370800">
                <a:tc>
                  <a:txBody>
                    <a:bodyPr lIns="47520" rIns="47520" tIns="47520" bIns="47520" anchor="ctr">
                      <a:noAutofit/>
                    </a:bodyPr>
                    <a:p>
                      <a:pPr>
                        <a:lnSpc>
                          <a:spcPct val="100000"/>
                        </a:lnSpc>
                      </a:pPr>
                      <a:r>
                        <a:rPr b="1" lang="en-US" sz="1200" spc="-1" strike="noStrike">
                          <a:solidFill>
                            <a:srgbClr val="000000"/>
                          </a:solidFill>
                          <a:latin typeface="Century Gothic"/>
                        </a:rPr>
                        <a:t>Private </a:t>
                      </a:r>
                      <a:r>
                        <a:rPr b="0" lang="en-US" sz="1200" spc="-1" strike="noStrike">
                          <a:solidFill>
                            <a:srgbClr val="000000"/>
                          </a:solidFill>
                          <a:latin typeface="Century Gothic"/>
                        </a:rPr>
                        <a:t>and/or</a:t>
                      </a:r>
                      <a:r>
                        <a:rPr b="1" lang="en-US" sz="1200" spc="-1" strike="noStrike">
                          <a:solidFill>
                            <a:srgbClr val="000000"/>
                          </a:solidFill>
                          <a:latin typeface="Century Gothic"/>
                        </a:rPr>
                        <a:t> Dynamic Ports</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1" lang="en-US" sz="1200" spc="-1" strike="noStrike">
                          <a:solidFill>
                            <a:srgbClr val="000000"/>
                          </a:solidFill>
                          <a:latin typeface="Century Gothic"/>
                        </a:rPr>
                        <a:t>49,152 to 65,535</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indent="-216000">
                        <a:lnSpc>
                          <a:spcPct val="100000"/>
                        </a:lnSpc>
                        <a:buClr>
                          <a:srgbClr val="000000"/>
                        </a:buClr>
                        <a:buFont typeface="Arial"/>
                        <a:buChar char="•"/>
                      </a:pPr>
                      <a:r>
                        <a:rPr b="0" lang="en-US" sz="1200" spc="-1" strike="noStrike">
                          <a:solidFill>
                            <a:srgbClr val="000000"/>
                          </a:solidFill>
                          <a:latin typeface="Century Gothic"/>
                        </a:rPr>
                        <a:t>These ports are also known as </a:t>
                      </a:r>
                      <a:r>
                        <a:rPr b="0" i="1" lang="en-US" sz="1200" spc="-1" strike="noStrike">
                          <a:solidFill>
                            <a:srgbClr val="000000"/>
                          </a:solidFill>
                          <a:latin typeface="Century Gothic"/>
                        </a:rPr>
                        <a:t>ephemeral ports</a:t>
                      </a:r>
                      <a:r>
                        <a:rPr b="0" lang="en-US" sz="1200" spc="-1" strike="noStrike">
                          <a:solidFill>
                            <a:srgbClr val="000000"/>
                          </a:solidFill>
                          <a:latin typeface="Century Gothic"/>
                        </a:rPr>
                        <a:t>.</a:t>
                      </a:r>
                      <a:endParaRPr b="0" lang="en-GB" sz="1200" spc="-1" strike="noStrike">
                        <a:latin typeface="Arial"/>
                      </a:endParaRPr>
                    </a:p>
                    <a:p>
                      <a:pPr indent="-216000">
                        <a:lnSpc>
                          <a:spcPct val="100000"/>
                        </a:lnSpc>
                        <a:buClr>
                          <a:srgbClr val="000000"/>
                        </a:buClr>
                        <a:buFont typeface="Arial"/>
                        <a:buChar char="•"/>
                      </a:pPr>
                      <a:r>
                        <a:rPr b="0" lang="en-US" sz="1200" spc="-1" strike="noStrike">
                          <a:solidFill>
                            <a:srgbClr val="000000"/>
                          </a:solidFill>
                          <a:latin typeface="Century Gothic"/>
                        </a:rPr>
                        <a:t>The client’s OS usually assign port numbers dynamically when a connection to a service is initiated.</a:t>
                      </a:r>
                      <a:endParaRPr b="0" lang="en-GB" sz="1200" spc="-1" strike="noStrike">
                        <a:latin typeface="Arial"/>
                      </a:endParaRPr>
                    </a:p>
                    <a:p>
                      <a:pPr indent="-216000">
                        <a:lnSpc>
                          <a:spcPct val="100000"/>
                        </a:lnSpc>
                        <a:buClr>
                          <a:srgbClr val="000000"/>
                        </a:buClr>
                        <a:buFont typeface="Arial"/>
                        <a:buChar char="•"/>
                      </a:pPr>
                      <a:r>
                        <a:rPr b="0" lang="en-US" sz="1200" spc="-1" strike="noStrike">
                          <a:solidFill>
                            <a:srgbClr val="000000"/>
                          </a:solidFill>
                          <a:latin typeface="Century Gothic"/>
                        </a:rPr>
                        <a:t>The dynamic port is then used to identify the client application during communication.</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TextShape 1"/>
          <p:cNvSpPr txBox="1"/>
          <p:nvPr/>
        </p:nvSpPr>
        <p:spPr>
          <a:xfrm>
            <a:off x="262440" y="22320"/>
            <a:ext cx="8345160" cy="577440"/>
          </a:xfrm>
          <a:prstGeom prst="rect">
            <a:avLst/>
          </a:prstGeom>
          <a:noFill/>
          <a:ln w="0">
            <a:noFill/>
          </a:ln>
        </p:spPr>
        <p:txBody>
          <a:bodyPr>
            <a:normAutofit fontScale="73000"/>
          </a:bodyPr>
          <a:p>
            <a:pPr>
              <a:lnSpc>
                <a:spcPct val="100000"/>
              </a:lnSpc>
            </a:pPr>
            <a:r>
              <a:rPr b="0" lang="en-US" sz="1600" spc="-1" strike="noStrike">
                <a:solidFill>
                  <a:srgbClr val="004c69"/>
                </a:solidFill>
                <a:latin typeface="Century Gothic"/>
              </a:rPr>
              <a:t>Port Numbers</a:t>
            </a:r>
            <a:br/>
            <a:r>
              <a:rPr b="0" lang="en-US" sz="2400" spc="-1" strike="noStrike">
                <a:solidFill>
                  <a:srgbClr val="004c69"/>
                </a:solidFill>
                <a:latin typeface="Century Gothic"/>
              </a:rPr>
              <a:t>Port Number Groups (Cont.)</a:t>
            </a:r>
            <a:endParaRPr b="0" lang="en-US" sz="2400" spc="-1" strike="noStrike">
              <a:solidFill>
                <a:srgbClr val="000000"/>
              </a:solidFill>
              <a:latin typeface="Arial"/>
            </a:endParaRPr>
          </a:p>
        </p:txBody>
      </p:sp>
      <p:sp>
        <p:nvSpPr>
          <p:cNvPr id="527" name="CustomShape 2"/>
          <p:cNvSpPr/>
          <p:nvPr/>
        </p:nvSpPr>
        <p:spPr>
          <a:xfrm>
            <a:off x="3033360" y="577800"/>
            <a:ext cx="2278080" cy="303480"/>
          </a:xfrm>
          <a:prstGeom prst="rect">
            <a:avLst/>
          </a:prstGeom>
          <a:noFill/>
          <a:ln w="0">
            <a:noFill/>
          </a:ln>
        </p:spPr>
        <p:style>
          <a:lnRef idx="0"/>
          <a:fillRef idx="0"/>
          <a:effectRef idx="0"/>
          <a:fontRef idx="minor"/>
        </p:style>
        <p:txBody>
          <a:bodyPr wrap="none" lIns="90000" rIns="90000" tIns="45000" bIns="45000">
            <a:spAutoFit/>
          </a:bodyPr>
          <a:p>
            <a:pPr>
              <a:lnSpc>
                <a:spcPct val="100000"/>
              </a:lnSpc>
            </a:pPr>
            <a:r>
              <a:rPr b="0" lang="en-US" sz="1400" spc="-1" strike="noStrike">
                <a:solidFill>
                  <a:srgbClr val="000000"/>
                </a:solidFill>
                <a:latin typeface="Arial"/>
                <a:ea typeface="ＭＳ Ｐゴシック"/>
              </a:rPr>
              <a:t>Well-Known Port Numbers</a:t>
            </a:r>
            <a:endParaRPr b="0" lang="en-GB" sz="1400" spc="-1" strike="noStrike">
              <a:latin typeface="Arial"/>
            </a:endParaRPr>
          </a:p>
        </p:txBody>
      </p:sp>
      <p:graphicFrame>
        <p:nvGraphicFramePr>
          <p:cNvPr id="528" name="Table 3"/>
          <p:cNvGraphicFramePr/>
          <p:nvPr/>
        </p:nvGraphicFramePr>
        <p:xfrm>
          <a:off x="487800" y="899640"/>
          <a:ext cx="8048880" cy="3902400"/>
        </p:xfrm>
        <a:graphic>
          <a:graphicData uri="http://schemas.openxmlformats.org/drawingml/2006/table">
            <a:tbl>
              <a:tblPr/>
              <a:tblGrid>
                <a:gridCol w="1203120"/>
                <a:gridCol w="1058760"/>
                <a:gridCol w="5787000"/>
              </a:tblGrid>
              <a:tr h="313560">
                <a:tc>
                  <a:txBody>
                    <a:bodyPr lIns="47520" rIns="47520" tIns="47520" bIns="47520" anchor="ctr">
                      <a:noAutofit/>
                    </a:bodyPr>
                    <a:p>
                      <a:pPr>
                        <a:lnSpc>
                          <a:spcPct val="100000"/>
                        </a:lnSpc>
                      </a:pPr>
                      <a:r>
                        <a:rPr b="1" lang="en-US" sz="1200" spc="-1" strike="noStrike">
                          <a:solidFill>
                            <a:srgbClr val="ffffff"/>
                          </a:solidFill>
                          <a:latin typeface="Century Gothic"/>
                        </a:rPr>
                        <a:t>Port Number</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c>
                  <a:txBody>
                    <a:bodyPr lIns="47520" rIns="47520" tIns="47520" bIns="47520" anchor="ctr">
                      <a:noAutofit/>
                    </a:bodyPr>
                    <a:p>
                      <a:pPr>
                        <a:lnSpc>
                          <a:spcPct val="100000"/>
                        </a:lnSpc>
                      </a:pPr>
                      <a:r>
                        <a:rPr b="1" lang="en-US" sz="1200" spc="-1" strike="noStrike">
                          <a:solidFill>
                            <a:srgbClr val="ffffff"/>
                          </a:solidFill>
                          <a:latin typeface="Century Gothic"/>
                        </a:rPr>
                        <a:t>Protocol</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c>
                  <a:txBody>
                    <a:bodyPr lIns="47520" rIns="47520" tIns="47520" bIns="47520" anchor="ctr">
                      <a:noAutofit/>
                    </a:bodyPr>
                    <a:p>
                      <a:pPr>
                        <a:lnSpc>
                          <a:spcPct val="100000"/>
                        </a:lnSpc>
                      </a:pPr>
                      <a:r>
                        <a:rPr b="1" lang="en-US" sz="1200" spc="-1" strike="noStrike">
                          <a:solidFill>
                            <a:srgbClr val="ffffff"/>
                          </a:solidFill>
                          <a:latin typeface="Century Gothic"/>
                        </a:rPr>
                        <a:t>Application</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38160">
                      <a:solidFill>
                        <a:srgbClr val="ffffff"/>
                      </a:solidFill>
                    </a:lnB>
                    <a:solidFill>
                      <a:srgbClr val="353535"/>
                    </a:solidFill>
                  </a:tcPr>
                </a:tc>
              </a:tr>
              <a:tr h="277920">
                <a:tc>
                  <a:txBody>
                    <a:bodyPr lIns="47520" rIns="47520" tIns="47520" bIns="47520" anchor="ctr">
                      <a:noAutofit/>
                    </a:bodyPr>
                    <a:p>
                      <a:pPr>
                        <a:lnSpc>
                          <a:spcPct val="100000"/>
                        </a:lnSpc>
                      </a:pPr>
                      <a:r>
                        <a:rPr b="1" lang="en-US" sz="1200" spc="-1" strike="noStrike">
                          <a:solidFill>
                            <a:srgbClr val="000000"/>
                          </a:solidFill>
                          <a:latin typeface="Century Gothic"/>
                        </a:rPr>
                        <a:t>20</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TCP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File Transfer Protocol (FTP) - Data</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277920">
                <a:tc>
                  <a:txBody>
                    <a:bodyPr lIns="47520" rIns="47520" tIns="47520" bIns="47520" anchor="ctr">
                      <a:noAutofit/>
                    </a:bodyPr>
                    <a:p>
                      <a:pPr>
                        <a:lnSpc>
                          <a:spcPct val="100000"/>
                        </a:lnSpc>
                      </a:pPr>
                      <a:r>
                        <a:rPr b="1" lang="en-US" sz="1200" spc="-1" strike="noStrike">
                          <a:solidFill>
                            <a:srgbClr val="000000"/>
                          </a:solidFill>
                          <a:latin typeface="Century Gothic"/>
                        </a:rPr>
                        <a:t>21</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TCP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File Transfer Protocol (FTP) - Control</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277920">
                <a:tc>
                  <a:txBody>
                    <a:bodyPr lIns="47520" rIns="47520" tIns="47520" bIns="47520" anchor="ctr">
                      <a:noAutofit/>
                    </a:bodyPr>
                    <a:p>
                      <a:pPr>
                        <a:lnSpc>
                          <a:spcPct val="100000"/>
                        </a:lnSpc>
                      </a:pPr>
                      <a:r>
                        <a:rPr b="1" lang="en-US" sz="1200" spc="-1" strike="noStrike">
                          <a:solidFill>
                            <a:srgbClr val="000000"/>
                          </a:solidFill>
                          <a:latin typeface="Century Gothic"/>
                        </a:rPr>
                        <a:t>22</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TCP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Secure Shell (SSH)</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277920">
                <a:tc>
                  <a:txBody>
                    <a:bodyPr lIns="47520" rIns="47520" tIns="47520" bIns="47520" anchor="ctr">
                      <a:noAutofit/>
                    </a:bodyPr>
                    <a:p>
                      <a:pPr>
                        <a:lnSpc>
                          <a:spcPct val="100000"/>
                        </a:lnSpc>
                      </a:pPr>
                      <a:r>
                        <a:rPr b="1" lang="en-US" sz="1200" spc="-1" strike="noStrike">
                          <a:solidFill>
                            <a:srgbClr val="000000"/>
                          </a:solidFill>
                          <a:latin typeface="Century Gothic"/>
                        </a:rPr>
                        <a:t>23</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TCP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Telnet</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277920">
                <a:tc>
                  <a:txBody>
                    <a:bodyPr lIns="47520" rIns="47520" tIns="47520" bIns="47520" anchor="ctr">
                      <a:noAutofit/>
                    </a:bodyPr>
                    <a:p>
                      <a:pPr>
                        <a:lnSpc>
                          <a:spcPct val="100000"/>
                        </a:lnSpc>
                      </a:pPr>
                      <a:r>
                        <a:rPr b="1" lang="en-US" sz="1200" spc="-1" strike="noStrike">
                          <a:solidFill>
                            <a:srgbClr val="000000"/>
                          </a:solidFill>
                          <a:latin typeface="Century Gothic"/>
                        </a:rPr>
                        <a:t>25</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TCP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Simple Mail Transfer Protocol (SMTP)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277920">
                <a:tc>
                  <a:txBody>
                    <a:bodyPr lIns="47520" rIns="47520" tIns="47520" bIns="47520" anchor="ctr">
                      <a:noAutofit/>
                    </a:bodyPr>
                    <a:p>
                      <a:pPr>
                        <a:lnSpc>
                          <a:spcPct val="100000"/>
                        </a:lnSpc>
                      </a:pPr>
                      <a:r>
                        <a:rPr b="1" lang="en-US" sz="1200" spc="-1" strike="noStrike">
                          <a:solidFill>
                            <a:srgbClr val="000000"/>
                          </a:solidFill>
                          <a:latin typeface="Century Gothic"/>
                        </a:rPr>
                        <a:t>53</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UDP, TCP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Domain Name Service (DNS)</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277920">
                <a:tc>
                  <a:txBody>
                    <a:bodyPr lIns="47520" rIns="47520" tIns="47520" bIns="47520" anchor="ctr">
                      <a:noAutofit/>
                    </a:bodyPr>
                    <a:p>
                      <a:pPr>
                        <a:lnSpc>
                          <a:spcPct val="100000"/>
                        </a:lnSpc>
                      </a:pPr>
                      <a:r>
                        <a:rPr b="1" lang="en-US" sz="1200" spc="-1" strike="noStrike">
                          <a:solidFill>
                            <a:srgbClr val="000000"/>
                          </a:solidFill>
                          <a:latin typeface="Century Gothic"/>
                        </a:rPr>
                        <a:t>67</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UDP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Dynamic Host Configuration Protocol (DHCP) - Server</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277920">
                <a:tc>
                  <a:txBody>
                    <a:bodyPr lIns="47520" rIns="47520" tIns="47520" bIns="47520" anchor="ctr">
                      <a:noAutofit/>
                    </a:bodyPr>
                    <a:p>
                      <a:pPr>
                        <a:lnSpc>
                          <a:spcPct val="100000"/>
                        </a:lnSpc>
                      </a:pPr>
                      <a:r>
                        <a:rPr b="1" lang="en-US" sz="1200" spc="-1" strike="noStrike">
                          <a:solidFill>
                            <a:srgbClr val="000000"/>
                          </a:solidFill>
                          <a:latin typeface="Century Gothic"/>
                        </a:rPr>
                        <a:t>68</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UDP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Dynamic Host Configuration Protocol - Client</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277920">
                <a:tc>
                  <a:txBody>
                    <a:bodyPr lIns="47520" rIns="47520" tIns="47520" bIns="47520" anchor="ctr">
                      <a:noAutofit/>
                    </a:bodyPr>
                    <a:p>
                      <a:pPr>
                        <a:lnSpc>
                          <a:spcPct val="100000"/>
                        </a:lnSpc>
                      </a:pPr>
                      <a:r>
                        <a:rPr b="1" lang="en-US" sz="1200" spc="-1" strike="noStrike">
                          <a:solidFill>
                            <a:srgbClr val="000000"/>
                          </a:solidFill>
                          <a:latin typeface="Century Gothic"/>
                        </a:rPr>
                        <a:t>69</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UDP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Trivial File Transfer Protocol (TFTP)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277920">
                <a:tc>
                  <a:txBody>
                    <a:bodyPr lIns="47520" rIns="47520" tIns="47520" bIns="47520" anchor="ctr">
                      <a:noAutofit/>
                    </a:bodyPr>
                    <a:p>
                      <a:pPr>
                        <a:lnSpc>
                          <a:spcPct val="100000"/>
                        </a:lnSpc>
                      </a:pPr>
                      <a:r>
                        <a:rPr b="1" lang="en-US" sz="1200" spc="-1" strike="noStrike">
                          <a:solidFill>
                            <a:srgbClr val="000000"/>
                          </a:solidFill>
                          <a:latin typeface="Century Gothic"/>
                        </a:rPr>
                        <a:t>80</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TCP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Hypertext Transfer Protocol (HTTP)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277920">
                <a:tc>
                  <a:txBody>
                    <a:bodyPr lIns="47520" rIns="47520" tIns="47520" bIns="47520" anchor="ctr">
                      <a:noAutofit/>
                    </a:bodyPr>
                    <a:p>
                      <a:pPr>
                        <a:lnSpc>
                          <a:spcPct val="100000"/>
                        </a:lnSpc>
                      </a:pPr>
                      <a:r>
                        <a:rPr b="1" lang="en-US" sz="1200" spc="-1" strike="noStrike">
                          <a:solidFill>
                            <a:srgbClr val="000000"/>
                          </a:solidFill>
                          <a:latin typeface="Century Gothic"/>
                        </a:rPr>
                        <a:t>110</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TCP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Post Office Protocol version 3 (POP3)</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277920">
                <a:tc>
                  <a:txBody>
                    <a:bodyPr lIns="47520" rIns="47520" tIns="47520" bIns="47520" anchor="ctr">
                      <a:noAutofit/>
                    </a:bodyPr>
                    <a:p>
                      <a:pPr>
                        <a:lnSpc>
                          <a:spcPct val="100000"/>
                        </a:lnSpc>
                      </a:pPr>
                      <a:r>
                        <a:rPr b="1" lang="en-US" sz="1200" spc="-1" strike="noStrike">
                          <a:solidFill>
                            <a:srgbClr val="000000"/>
                          </a:solidFill>
                          <a:latin typeface="Century Gothic"/>
                        </a:rPr>
                        <a:t>143</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TCP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Internet Message Access Protocol (IMAP)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r h="277920">
                <a:tc>
                  <a:txBody>
                    <a:bodyPr lIns="47520" rIns="47520" tIns="47520" bIns="47520" anchor="ctr">
                      <a:noAutofit/>
                    </a:bodyPr>
                    <a:p>
                      <a:pPr>
                        <a:lnSpc>
                          <a:spcPct val="100000"/>
                        </a:lnSpc>
                      </a:pPr>
                      <a:r>
                        <a:rPr b="1" lang="en-US" sz="1200" spc="-1" strike="noStrike">
                          <a:solidFill>
                            <a:srgbClr val="000000"/>
                          </a:solidFill>
                          <a:latin typeface="Century Gothic"/>
                        </a:rPr>
                        <a:t>161</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UDP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Simple Network Management Protocol (SNMP)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cdcdcd"/>
                    </a:solidFill>
                  </a:tcPr>
                </a:tc>
              </a:tr>
              <a:tr h="277920">
                <a:tc>
                  <a:txBody>
                    <a:bodyPr lIns="47520" rIns="47520" tIns="47520" bIns="47520" anchor="ctr">
                      <a:noAutofit/>
                    </a:bodyPr>
                    <a:p>
                      <a:pPr>
                        <a:lnSpc>
                          <a:spcPct val="100000"/>
                        </a:lnSpc>
                      </a:pPr>
                      <a:r>
                        <a:rPr b="1" lang="en-US" sz="1200" spc="-1" strike="noStrike">
                          <a:solidFill>
                            <a:srgbClr val="000000"/>
                          </a:solidFill>
                          <a:latin typeface="Century Gothic"/>
                        </a:rPr>
                        <a:t>443</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TCP</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c>
                  <a:txBody>
                    <a:bodyPr lIns="47520" rIns="47520" tIns="47520" bIns="47520" anchor="ctr">
                      <a:noAutofit/>
                    </a:bodyPr>
                    <a:p>
                      <a:pPr>
                        <a:lnSpc>
                          <a:spcPct val="100000"/>
                        </a:lnSpc>
                      </a:pPr>
                      <a:r>
                        <a:rPr b="0" lang="en-US" sz="1200" spc="-1" strike="noStrike">
                          <a:solidFill>
                            <a:srgbClr val="000000"/>
                          </a:solidFill>
                          <a:latin typeface="Century Gothic"/>
                        </a:rPr>
                        <a:t>Hypertext Transfer Protocol Secure (HTTPS)</a:t>
                      </a:r>
                      <a:endParaRPr b="0" lang="en-GB" sz="1200" spc="-1" strike="noStrike">
                        <a:latin typeface="Arial"/>
                      </a:endParaRPr>
                    </a:p>
                  </a:txBody>
                  <a:tcPr marL="47520" marR="47520">
                    <a:lnL w="12240">
                      <a:solidFill>
                        <a:srgbClr val="ffffff"/>
                      </a:solidFill>
                    </a:lnL>
                    <a:lnR w="12240">
                      <a:solidFill>
                        <a:srgbClr val="ffffff"/>
                      </a:solidFill>
                    </a:lnR>
                    <a:lnT w="12240">
                      <a:solidFill>
                        <a:srgbClr val="ffffff"/>
                      </a:solidFill>
                    </a:lnT>
                    <a:lnB w="12240">
                      <a:solidFill>
                        <a:srgbClr val="ffffff"/>
                      </a:solidFill>
                    </a:lnB>
                    <a:solidFill>
                      <a:srgbClr val="e8e8e8"/>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TextShape 1"/>
          <p:cNvSpPr txBox="1"/>
          <p:nvPr/>
        </p:nvSpPr>
        <p:spPr>
          <a:xfrm>
            <a:off x="336960" y="8496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Port Numbers</a:t>
            </a:r>
            <a:br/>
            <a:r>
              <a:rPr b="0" lang="en-US" sz="2400" spc="-1" strike="noStrike">
                <a:solidFill>
                  <a:srgbClr val="004c69"/>
                </a:solidFill>
                <a:latin typeface="Century Gothic"/>
              </a:rPr>
              <a:t>The netstat Command</a:t>
            </a:r>
            <a:endParaRPr b="0" lang="en-US" sz="2400" spc="-1" strike="noStrike">
              <a:solidFill>
                <a:srgbClr val="000000"/>
              </a:solidFill>
              <a:latin typeface="Arial"/>
            </a:endParaRPr>
          </a:p>
        </p:txBody>
      </p:sp>
      <p:sp>
        <p:nvSpPr>
          <p:cNvPr id="530" name="CustomShape 2"/>
          <p:cNvSpPr/>
          <p:nvPr/>
        </p:nvSpPr>
        <p:spPr>
          <a:xfrm>
            <a:off x="235800" y="816840"/>
            <a:ext cx="7842600" cy="63900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rial"/>
                <a:ea typeface="ＭＳ Ｐゴシック"/>
              </a:rPr>
              <a:t>Unexplained TCP connections can pose a major security threat. Netstat is an important tool to verify connections. </a:t>
            </a:r>
            <a:endParaRPr b="0" lang="en-GB" sz="1800" spc="-1" strike="noStrike">
              <a:latin typeface="Arial"/>
            </a:endParaRPr>
          </a:p>
        </p:txBody>
      </p:sp>
      <p:sp>
        <p:nvSpPr>
          <p:cNvPr id="531" name="CustomShape 3"/>
          <p:cNvSpPr/>
          <p:nvPr/>
        </p:nvSpPr>
        <p:spPr>
          <a:xfrm>
            <a:off x="336960" y="2009520"/>
            <a:ext cx="8469720" cy="2008440"/>
          </a:xfrm>
          <a:prstGeom prst="rect">
            <a:avLst/>
          </a:prstGeom>
          <a:solidFill>
            <a:srgbClr val="080808"/>
          </a:solidFill>
          <a:ln w="0">
            <a:noFill/>
          </a:ln>
        </p:spPr>
        <p:style>
          <a:lnRef idx="0"/>
          <a:fillRef idx="0"/>
          <a:effectRef idx="0"/>
          <a:fontRef idx="minor"/>
        </p:style>
        <p:txBody>
          <a:bodyPr lIns="90000" rIns="90000" tIns="45000" bIns="45000">
            <a:spAutoFit/>
          </a:bodyPr>
          <a:p>
            <a:pPr>
              <a:lnSpc>
                <a:spcPct val="100000"/>
              </a:lnSpc>
            </a:pPr>
            <a:r>
              <a:rPr b="0" lang="en-US" sz="1400" spc="-1" strike="noStrike">
                <a:solidFill>
                  <a:srgbClr val="ffffff"/>
                </a:solidFill>
                <a:latin typeface="Courier New"/>
                <a:ea typeface="ＭＳ Ｐゴシック"/>
              </a:rPr>
              <a:t>C:\&gt; </a:t>
            </a:r>
            <a:r>
              <a:rPr b="1" lang="en-US" sz="1400" spc="-1" strike="noStrike">
                <a:solidFill>
                  <a:srgbClr val="ffffff"/>
                </a:solidFill>
                <a:latin typeface="Courier New"/>
                <a:ea typeface="ＭＳ Ｐゴシック"/>
              </a:rPr>
              <a:t>netstat</a:t>
            </a:r>
            <a:r>
              <a:rPr b="0" lang="en-US" sz="1400" spc="-1" strike="noStrike">
                <a:solidFill>
                  <a:srgbClr val="ffffff"/>
                </a:solidFill>
                <a:latin typeface="Courier New"/>
                <a:ea typeface="ＭＳ Ｐゴシック"/>
              </a:rPr>
              <a:t> </a:t>
            </a:r>
            <a:endParaRPr b="0" lang="en-GB" sz="1400" spc="-1" strike="noStrike">
              <a:latin typeface="Arial"/>
            </a:endParaRPr>
          </a:p>
          <a:p>
            <a:pPr>
              <a:lnSpc>
                <a:spcPct val="100000"/>
              </a:lnSpc>
            </a:pPr>
            <a:r>
              <a:rPr b="0" lang="en-US" sz="1400" spc="-1" strike="noStrike">
                <a:solidFill>
                  <a:srgbClr val="ffffff"/>
                </a:solidFill>
                <a:latin typeface="Courier New"/>
                <a:ea typeface="ＭＳ Ｐゴシック"/>
              </a:rPr>
              <a:t>Active Connections </a:t>
            </a:r>
            <a:endParaRPr b="0" lang="en-GB" sz="1400" spc="-1" strike="noStrike">
              <a:latin typeface="Arial"/>
            </a:endParaRPr>
          </a:p>
          <a:p>
            <a:pPr>
              <a:lnSpc>
                <a:spcPct val="100000"/>
              </a:lnSpc>
            </a:pPr>
            <a:r>
              <a:rPr b="0" lang="en-US" sz="1400" spc="-1" strike="noStrike">
                <a:solidFill>
                  <a:srgbClr val="ffffff"/>
                </a:solidFill>
                <a:latin typeface="Courier New"/>
                <a:ea typeface="ＭＳ Ｐゴシック"/>
              </a:rPr>
              <a:t>Proto Local Address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Foreign Address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State </a:t>
            </a:r>
            <a:endParaRPr b="0" lang="en-GB" sz="1400" spc="-1" strike="noStrike">
              <a:latin typeface="Arial"/>
            </a:endParaRPr>
          </a:p>
          <a:p>
            <a:pPr>
              <a:lnSpc>
                <a:spcPct val="100000"/>
              </a:lnSpc>
            </a:pPr>
            <a:r>
              <a:rPr b="0" lang="en-US" sz="1400" spc="-1" strike="noStrike">
                <a:solidFill>
                  <a:srgbClr val="ffffff"/>
                </a:solidFill>
                <a:latin typeface="Courier New"/>
                <a:ea typeface="ＭＳ Ｐゴシック"/>
              </a:rPr>
              <a:t>TCP   192.168.1.124:3126</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192.168.0.2:netbios-ssn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ESTABLISHED </a:t>
            </a:r>
            <a:endParaRPr b="0" lang="en-GB" sz="1400" spc="-1" strike="noStrike">
              <a:latin typeface="Arial"/>
            </a:endParaRPr>
          </a:p>
          <a:p>
            <a:pPr>
              <a:lnSpc>
                <a:spcPct val="100000"/>
              </a:lnSpc>
            </a:pPr>
            <a:r>
              <a:rPr b="0" lang="en-US" sz="1400" spc="-1" strike="noStrike">
                <a:solidFill>
                  <a:srgbClr val="ffffff"/>
                </a:solidFill>
                <a:latin typeface="Courier New"/>
                <a:ea typeface="ＭＳ Ｐゴシック"/>
              </a:rPr>
              <a:t>TCP   192.168.1.124:3158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207.138.126.152:http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ESTABLISHED </a:t>
            </a:r>
            <a:endParaRPr b="0" lang="en-GB" sz="1400" spc="-1" strike="noStrike">
              <a:latin typeface="Arial"/>
            </a:endParaRPr>
          </a:p>
          <a:p>
            <a:pPr>
              <a:lnSpc>
                <a:spcPct val="100000"/>
              </a:lnSpc>
            </a:pPr>
            <a:r>
              <a:rPr b="0" lang="en-US" sz="1400" spc="-1" strike="noStrike">
                <a:solidFill>
                  <a:srgbClr val="ffffff"/>
                </a:solidFill>
                <a:latin typeface="Courier New"/>
                <a:ea typeface="ＭＳ Ｐゴシック"/>
              </a:rPr>
              <a:t>TCP   192.168.1.124:3159</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207.138.126.169:http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ESTABLISHED </a:t>
            </a:r>
            <a:endParaRPr b="0" lang="en-GB" sz="1400" spc="-1" strike="noStrike">
              <a:latin typeface="Arial"/>
            </a:endParaRPr>
          </a:p>
          <a:p>
            <a:pPr>
              <a:lnSpc>
                <a:spcPct val="100000"/>
              </a:lnSpc>
            </a:pPr>
            <a:r>
              <a:rPr b="0" lang="en-US" sz="1400" spc="-1" strike="noStrike">
                <a:solidFill>
                  <a:srgbClr val="ffffff"/>
                </a:solidFill>
                <a:latin typeface="Courier New"/>
                <a:ea typeface="ＭＳ Ｐゴシック"/>
              </a:rPr>
              <a:t>TCP   192.168.1.124:3160</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207.138.126.169:http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ESTABLISHED </a:t>
            </a:r>
            <a:endParaRPr b="0" lang="en-GB" sz="1400" spc="-1" strike="noStrike">
              <a:latin typeface="Arial"/>
            </a:endParaRPr>
          </a:p>
          <a:p>
            <a:pPr>
              <a:lnSpc>
                <a:spcPct val="100000"/>
              </a:lnSpc>
            </a:pPr>
            <a:r>
              <a:rPr b="0" lang="en-US" sz="1400" spc="-1" strike="noStrike">
                <a:solidFill>
                  <a:srgbClr val="ffffff"/>
                </a:solidFill>
                <a:latin typeface="Courier New"/>
                <a:ea typeface="ＭＳ Ｐゴシック"/>
              </a:rPr>
              <a:t>TCP   192.168.1.124:3161</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sc.msn.com:http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ESTABLISHED </a:t>
            </a:r>
            <a:endParaRPr b="0" lang="en-GB" sz="1400" spc="-1" strike="noStrike">
              <a:latin typeface="Arial"/>
            </a:endParaRPr>
          </a:p>
          <a:p>
            <a:pPr>
              <a:lnSpc>
                <a:spcPct val="100000"/>
              </a:lnSpc>
            </a:pPr>
            <a:r>
              <a:rPr b="0" lang="en-US" sz="1400" spc="-1" strike="noStrike">
                <a:solidFill>
                  <a:srgbClr val="ffffff"/>
                </a:solidFill>
                <a:latin typeface="Courier New"/>
                <a:ea typeface="ＭＳ Ｐゴシック"/>
              </a:rPr>
              <a:t>TCP   192.168.1.124:3166</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www.cisco.com:http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	</a:t>
            </a:r>
            <a:r>
              <a:rPr b="0" lang="en-US" sz="1400" spc="-1" strike="noStrike">
                <a:solidFill>
                  <a:srgbClr val="ffffff"/>
                </a:solidFill>
                <a:latin typeface="Courier New"/>
                <a:ea typeface="ＭＳ Ｐゴシック"/>
              </a:rPr>
              <a:t>ESTABLISHED</a:t>
            </a:r>
            <a:endParaRPr b="0" lang="en-GB" sz="1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sp>
        <p:nvSpPr>
          <p:cNvPr id="532" name="TextShape 1"/>
          <p:cNvSpPr txBox="1"/>
          <p:nvPr/>
        </p:nvSpPr>
        <p:spPr>
          <a:xfrm>
            <a:off x="416520" y="1788120"/>
            <a:ext cx="7848000" cy="1621080"/>
          </a:xfrm>
          <a:prstGeom prst="rect">
            <a:avLst/>
          </a:prstGeom>
          <a:noFill/>
          <a:ln w="0">
            <a:noFill/>
          </a:ln>
        </p:spPr>
        <p:txBody>
          <a:bodyPr anchor="b">
            <a:noAutofit/>
          </a:bodyPr>
          <a:p>
            <a:pPr>
              <a:lnSpc>
                <a:spcPct val="90000"/>
              </a:lnSpc>
              <a:tabLst>
                <a:tab algn="l" pos="0"/>
              </a:tabLst>
            </a:pPr>
            <a:r>
              <a:rPr b="0" lang="en-US" sz="4600" spc="-1" strike="noStrike">
                <a:solidFill>
                  <a:srgbClr val="000000"/>
                </a:solidFill>
                <a:latin typeface="Century Gothic"/>
              </a:rPr>
              <a:t>14.5 TCP Communication Process</a:t>
            </a:r>
            <a:endParaRPr b="0" lang="en-US" sz="4600" spc="-1" strike="noStrike">
              <a:solidFill>
                <a:srgbClr val="000000"/>
              </a:solidFill>
              <a:latin typeface="Arial"/>
            </a:endParaRPr>
          </a:p>
        </p:txBody>
      </p:sp>
    </p:spTree>
  </p:cSld>
  <p:transition spd="slow">
    <p:wipe dir="l"/>
  </p:transition>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TextShape 1"/>
          <p:cNvSpPr txBox="1"/>
          <p:nvPr/>
        </p:nvSpPr>
        <p:spPr>
          <a:xfrm>
            <a:off x="432000" y="902160"/>
            <a:ext cx="4472280" cy="3505320"/>
          </a:xfrm>
          <a:prstGeom prst="rect">
            <a:avLst/>
          </a:prstGeom>
          <a:noFill/>
          <a:ln w="0">
            <a:noFill/>
          </a:ln>
        </p:spPr>
        <p:txBody>
          <a:bodyPr>
            <a:noAutofit/>
          </a:bodyPr>
          <a:p>
            <a:pPr>
              <a:lnSpc>
                <a:spcPct val="100000"/>
              </a:lnSpc>
              <a:spcBef>
                <a:spcPts val="320"/>
              </a:spcBef>
              <a:tabLst>
                <a:tab algn="l" pos="0"/>
              </a:tabLst>
            </a:pPr>
            <a:r>
              <a:rPr b="0" lang="en-US" sz="1600" spc="-1" strike="noStrike">
                <a:solidFill>
                  <a:srgbClr val="000000"/>
                </a:solidFill>
                <a:latin typeface="Century Gothic"/>
              </a:rPr>
              <a:t>Each application process running on a server is configured to use a port number. </a:t>
            </a:r>
            <a:endParaRPr b="0" lang="en-US" sz="1600" spc="-1" strike="noStrike">
              <a:solidFill>
                <a:srgbClr val="404040"/>
              </a:solidFill>
              <a:latin typeface="Century Gothic"/>
            </a:endParaRPr>
          </a:p>
          <a:p>
            <a:pPr marL="343080" indent="-342720">
              <a:lnSpc>
                <a:spcPct val="100000"/>
              </a:lnSpc>
              <a:spcBef>
                <a:spcPts val="320"/>
              </a:spcBef>
              <a:buClr>
                <a:srgbClr val="000000"/>
              </a:buClr>
              <a:buFont typeface="Arial"/>
              <a:buChar char="•"/>
              <a:tabLst>
                <a:tab algn="l" pos="0"/>
              </a:tabLst>
            </a:pPr>
            <a:r>
              <a:rPr b="0" lang="en-US" sz="1600" spc="-1" strike="noStrike">
                <a:solidFill>
                  <a:srgbClr val="000000"/>
                </a:solidFill>
                <a:latin typeface="Century Gothic"/>
              </a:rPr>
              <a:t>An individual server cannot have two services assigned to the same port number within the same transport layer services.</a:t>
            </a:r>
            <a:endParaRPr b="0" lang="en-US" sz="1600" spc="-1" strike="noStrike">
              <a:solidFill>
                <a:srgbClr val="404040"/>
              </a:solidFill>
              <a:latin typeface="Century Gothic"/>
            </a:endParaRPr>
          </a:p>
          <a:p>
            <a:pPr marL="343080" indent="-342720">
              <a:lnSpc>
                <a:spcPct val="100000"/>
              </a:lnSpc>
              <a:spcBef>
                <a:spcPts val="320"/>
              </a:spcBef>
              <a:buClr>
                <a:srgbClr val="000000"/>
              </a:buClr>
              <a:buFont typeface="Arial"/>
              <a:buChar char="•"/>
              <a:tabLst>
                <a:tab algn="l" pos="0"/>
              </a:tabLst>
            </a:pPr>
            <a:r>
              <a:rPr b="0" lang="en-US" sz="1600" spc="-1" strike="noStrike">
                <a:solidFill>
                  <a:srgbClr val="000000"/>
                </a:solidFill>
                <a:latin typeface="Century Gothic"/>
              </a:rPr>
              <a:t>An active server application assigned to a specific port is considered open, which means that the transport layer accepts, and processes segments addressed to that port. </a:t>
            </a:r>
            <a:endParaRPr b="0" lang="en-US" sz="1600" spc="-1" strike="noStrike">
              <a:solidFill>
                <a:srgbClr val="404040"/>
              </a:solidFill>
              <a:latin typeface="Century Gothic"/>
            </a:endParaRPr>
          </a:p>
          <a:p>
            <a:pPr marL="343080" indent="-342720">
              <a:lnSpc>
                <a:spcPct val="100000"/>
              </a:lnSpc>
              <a:spcBef>
                <a:spcPts val="320"/>
              </a:spcBef>
              <a:buClr>
                <a:srgbClr val="000000"/>
              </a:buClr>
              <a:buFont typeface="Arial"/>
              <a:buChar char="•"/>
              <a:tabLst>
                <a:tab algn="l" pos="0"/>
              </a:tabLst>
            </a:pPr>
            <a:r>
              <a:rPr b="0" lang="en-US" sz="1600" spc="-1" strike="noStrike">
                <a:solidFill>
                  <a:srgbClr val="000000"/>
                </a:solidFill>
                <a:latin typeface="Century Gothic"/>
              </a:rPr>
              <a:t>Any incoming client request addressed to the correct socket is accepted, and the data is passed to the server application. </a:t>
            </a:r>
            <a:endParaRPr b="0" lang="en-US" sz="1600" spc="-1" strike="noStrike">
              <a:solidFill>
                <a:srgbClr val="404040"/>
              </a:solidFill>
              <a:latin typeface="Century Gothic"/>
            </a:endParaRPr>
          </a:p>
        </p:txBody>
      </p:sp>
      <p:sp>
        <p:nvSpPr>
          <p:cNvPr id="534" name="TextShape 2"/>
          <p:cNvSpPr txBox="1"/>
          <p:nvPr/>
        </p:nvSpPr>
        <p:spPr>
          <a:xfrm>
            <a:off x="432000" y="11340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TCP Communication Process</a:t>
            </a:r>
            <a:br/>
            <a:r>
              <a:rPr b="0" lang="en-US" sz="2400" spc="-1" strike="noStrike">
                <a:solidFill>
                  <a:srgbClr val="004c69"/>
                </a:solidFill>
                <a:latin typeface="Century Gothic"/>
              </a:rPr>
              <a:t>TCP Server Processes</a:t>
            </a:r>
            <a:endParaRPr b="0" lang="en-US" sz="2400" spc="-1" strike="noStrike">
              <a:solidFill>
                <a:srgbClr val="000000"/>
              </a:solidFill>
              <a:latin typeface="Arial"/>
            </a:endParaRPr>
          </a:p>
        </p:txBody>
      </p:sp>
      <p:pic>
        <p:nvPicPr>
          <p:cNvPr id="535" name="Picture 1" descr=""/>
          <p:cNvPicPr/>
          <p:nvPr/>
        </p:nvPicPr>
        <p:blipFill>
          <a:blip r:embed="rId1"/>
          <a:stretch/>
        </p:blipFill>
        <p:spPr>
          <a:xfrm>
            <a:off x="5095440" y="1166760"/>
            <a:ext cx="3795480" cy="29764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TextShape 1"/>
          <p:cNvSpPr txBox="1"/>
          <p:nvPr/>
        </p:nvSpPr>
        <p:spPr>
          <a:xfrm>
            <a:off x="1299600" y="234000"/>
            <a:ext cx="6683400" cy="960480"/>
          </a:xfrm>
          <a:prstGeom prst="rect">
            <a:avLst/>
          </a:prstGeom>
          <a:noFill/>
          <a:ln w="0">
            <a:noFill/>
          </a:ln>
        </p:spPr>
        <p:txBody>
          <a:bodyPr>
            <a:noAutofit/>
          </a:bodyPr>
          <a:p>
            <a:pPr>
              <a:lnSpc>
                <a:spcPct val="100000"/>
              </a:lnSpc>
            </a:pPr>
            <a:r>
              <a:rPr b="0" lang="en-US" sz="1600" spc="-1" strike="noStrike">
                <a:solidFill>
                  <a:srgbClr val="178dbb"/>
                </a:solidFill>
                <a:latin typeface="Century Gothic"/>
              </a:rPr>
              <a:t>TCP Communication Process</a:t>
            </a:r>
            <a:br/>
            <a:r>
              <a:rPr b="0" lang="en-US" sz="2400" spc="-1" strike="noStrike">
                <a:solidFill>
                  <a:srgbClr val="178dbb"/>
                </a:solidFill>
                <a:latin typeface="Century Gothic"/>
              </a:rPr>
              <a:t>TCP Connection Establishment</a:t>
            </a:r>
            <a:endParaRPr b="0" lang="en-US" sz="2400" spc="-1" strike="noStrike">
              <a:solidFill>
                <a:srgbClr val="000000"/>
              </a:solidFill>
              <a:latin typeface="Arial"/>
            </a:endParaRPr>
          </a:p>
        </p:txBody>
      </p:sp>
      <p:sp>
        <p:nvSpPr>
          <p:cNvPr id="537" name="TextShape 2"/>
          <p:cNvSpPr txBox="1"/>
          <p:nvPr/>
        </p:nvSpPr>
        <p:spPr>
          <a:xfrm>
            <a:off x="313200" y="1554480"/>
            <a:ext cx="4076640" cy="2194200"/>
          </a:xfrm>
          <a:prstGeom prst="rect">
            <a:avLst/>
          </a:prstGeom>
          <a:noFill/>
          <a:ln w="0">
            <a:noFill/>
          </a:ln>
        </p:spPr>
        <p:txBody>
          <a:bodyPr>
            <a:noAutofit/>
          </a:bodyPr>
          <a:p>
            <a:pPr>
              <a:lnSpc>
                <a:spcPct val="100000"/>
              </a:lnSpc>
              <a:spcBef>
                <a:spcPts val="751"/>
              </a:spcBef>
              <a:tabLst>
                <a:tab algn="l" pos="0"/>
              </a:tabLst>
            </a:pPr>
            <a:r>
              <a:rPr b="0" lang="en-US" sz="1350" spc="-1" strike="noStrike">
                <a:solidFill>
                  <a:srgbClr val="404040"/>
                </a:solidFill>
                <a:latin typeface="Century Gothic"/>
              </a:rPr>
              <a:t>Step 1: The initiating client requests a client-to-server communication session with the server.</a:t>
            </a:r>
            <a:endParaRPr b="0" lang="en-US" sz="1350" spc="-1" strike="noStrike">
              <a:solidFill>
                <a:srgbClr val="404040"/>
              </a:solidFill>
              <a:latin typeface="Century Gothic"/>
            </a:endParaRPr>
          </a:p>
          <a:p>
            <a:pPr>
              <a:lnSpc>
                <a:spcPct val="100000"/>
              </a:lnSpc>
              <a:spcBef>
                <a:spcPts val="751"/>
              </a:spcBef>
              <a:tabLst>
                <a:tab algn="l" pos="0"/>
              </a:tabLst>
            </a:pPr>
            <a:r>
              <a:rPr b="0" lang="en-US" sz="1350" spc="-1" strike="noStrike">
                <a:solidFill>
                  <a:srgbClr val="404040"/>
                </a:solidFill>
                <a:latin typeface="Century Gothic"/>
              </a:rPr>
              <a:t>Step 2: The server acknowledges the client-to-server communication session and requests a server-to-client communication session.</a:t>
            </a:r>
            <a:endParaRPr b="0" lang="en-US" sz="1350" spc="-1" strike="noStrike">
              <a:solidFill>
                <a:srgbClr val="404040"/>
              </a:solidFill>
              <a:latin typeface="Century Gothic"/>
            </a:endParaRPr>
          </a:p>
          <a:p>
            <a:pPr>
              <a:lnSpc>
                <a:spcPct val="100000"/>
              </a:lnSpc>
              <a:spcBef>
                <a:spcPts val="751"/>
              </a:spcBef>
              <a:tabLst>
                <a:tab algn="l" pos="0"/>
              </a:tabLst>
            </a:pPr>
            <a:r>
              <a:rPr b="0" lang="en-US" sz="1350" spc="-1" strike="noStrike">
                <a:solidFill>
                  <a:srgbClr val="404040"/>
                </a:solidFill>
                <a:latin typeface="Century Gothic"/>
              </a:rPr>
              <a:t>Step 3: The initiating client acknowledges the server-to-client communication session.</a:t>
            </a:r>
            <a:endParaRPr b="0" lang="en-US" sz="1350" spc="-1" strike="noStrike">
              <a:solidFill>
                <a:srgbClr val="404040"/>
              </a:solidFill>
              <a:latin typeface="Century Gothic"/>
            </a:endParaRPr>
          </a:p>
        </p:txBody>
      </p:sp>
      <p:pic>
        <p:nvPicPr>
          <p:cNvPr id="538" name="Picture 5" descr=""/>
          <p:cNvPicPr/>
          <p:nvPr/>
        </p:nvPicPr>
        <p:blipFill>
          <a:blip r:embed="rId1"/>
          <a:stretch/>
        </p:blipFill>
        <p:spPr>
          <a:xfrm>
            <a:off x="4475520" y="1348920"/>
            <a:ext cx="4496040" cy="2605320"/>
          </a:xfrm>
          <a:prstGeom prst="rect">
            <a:avLst/>
          </a:prstGeom>
          <a:ln w="0">
            <a:noFill/>
          </a:ln>
        </p:spPr>
      </p:pic>
    </p:spTree>
  </p:cSld>
  <p:transition spd="slow">
    <p:wipe dir="l"/>
  </p:transition>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TextShape 1"/>
          <p:cNvSpPr txBox="1"/>
          <p:nvPr/>
        </p:nvSpPr>
        <p:spPr>
          <a:xfrm>
            <a:off x="432000" y="1179000"/>
            <a:ext cx="4139640" cy="3073680"/>
          </a:xfrm>
          <a:prstGeom prst="rect">
            <a:avLst/>
          </a:prstGeom>
          <a:noFill/>
          <a:ln w="0">
            <a:noFill/>
          </a:ln>
        </p:spPr>
        <p:txBody>
          <a:bodyPr>
            <a:noAutofit/>
          </a:bodyPr>
          <a:p>
            <a:pPr>
              <a:lnSpc>
                <a:spcPct val="100000"/>
              </a:lnSpc>
              <a:spcBef>
                <a:spcPts val="320"/>
              </a:spcBef>
              <a:tabLst>
                <a:tab algn="l" pos="0"/>
              </a:tabLst>
            </a:pPr>
            <a:r>
              <a:rPr b="0" lang="en-US" sz="1600" spc="-1" strike="noStrike">
                <a:solidFill>
                  <a:srgbClr val="000000"/>
                </a:solidFill>
                <a:latin typeface="Century Gothic"/>
              </a:rPr>
              <a:t>Step 1: When the client has no more data to send in the stream, </a:t>
            </a:r>
            <a:r>
              <a:rPr b="0" lang="en-US" sz="1600" spc="-1" strike="noStrike">
                <a:solidFill>
                  <a:srgbClr val="000000"/>
                </a:solidFill>
                <a:latin typeface="Century Gothic"/>
              </a:rPr>
              <a:t>it sends a segment with the FIN flag set.</a:t>
            </a:r>
            <a:endParaRPr b="0" lang="en-US" sz="1600" spc="-1" strike="noStrike">
              <a:solidFill>
                <a:srgbClr val="404040"/>
              </a:solidFill>
              <a:latin typeface="Century Gothic"/>
            </a:endParaRPr>
          </a:p>
          <a:p>
            <a:pPr>
              <a:lnSpc>
                <a:spcPct val="100000"/>
              </a:lnSpc>
              <a:spcBef>
                <a:spcPts val="320"/>
              </a:spcBef>
              <a:tabLst>
                <a:tab algn="l" pos="0"/>
              </a:tabLst>
            </a:pPr>
            <a:r>
              <a:rPr b="0" lang="en-US" sz="1600" spc="-1" strike="noStrike">
                <a:solidFill>
                  <a:srgbClr val="000000"/>
                </a:solidFill>
                <a:latin typeface="Century Gothic"/>
              </a:rPr>
              <a:t>Step 2: The server sends an ACK to acknowledge the receipt of </a:t>
            </a:r>
            <a:r>
              <a:rPr b="0" lang="en-US" sz="1600" spc="-1" strike="noStrike">
                <a:solidFill>
                  <a:srgbClr val="000000"/>
                </a:solidFill>
                <a:latin typeface="Century Gothic"/>
              </a:rPr>
              <a:t>the FIN to terminate the session from client to server.</a:t>
            </a:r>
            <a:endParaRPr b="0" lang="en-US" sz="1600" spc="-1" strike="noStrike">
              <a:solidFill>
                <a:srgbClr val="404040"/>
              </a:solidFill>
              <a:latin typeface="Century Gothic"/>
            </a:endParaRPr>
          </a:p>
          <a:p>
            <a:pPr>
              <a:lnSpc>
                <a:spcPct val="100000"/>
              </a:lnSpc>
              <a:spcBef>
                <a:spcPts val="320"/>
              </a:spcBef>
              <a:tabLst>
                <a:tab algn="l" pos="0"/>
              </a:tabLst>
            </a:pPr>
            <a:r>
              <a:rPr b="0" lang="en-US" sz="1600" spc="-1" strike="noStrike">
                <a:solidFill>
                  <a:srgbClr val="000000"/>
                </a:solidFill>
                <a:latin typeface="Century Gothic"/>
              </a:rPr>
              <a:t>Step 3: The server sends a FIN to the client to terminate the </a:t>
            </a:r>
            <a:r>
              <a:rPr b="0" lang="en-US" sz="1600" spc="-1" strike="noStrike">
                <a:solidFill>
                  <a:srgbClr val="000000"/>
                </a:solidFill>
                <a:latin typeface="Century Gothic"/>
              </a:rPr>
              <a:t>server-to-client session.</a:t>
            </a:r>
            <a:endParaRPr b="0" lang="en-US" sz="1600" spc="-1" strike="noStrike">
              <a:solidFill>
                <a:srgbClr val="404040"/>
              </a:solidFill>
              <a:latin typeface="Century Gothic"/>
            </a:endParaRPr>
          </a:p>
          <a:p>
            <a:pPr>
              <a:lnSpc>
                <a:spcPct val="100000"/>
              </a:lnSpc>
              <a:spcBef>
                <a:spcPts val="320"/>
              </a:spcBef>
              <a:tabLst>
                <a:tab algn="l" pos="0"/>
              </a:tabLst>
            </a:pPr>
            <a:r>
              <a:rPr b="0" lang="en-US" sz="1600" spc="-1" strike="noStrike">
                <a:solidFill>
                  <a:srgbClr val="000000"/>
                </a:solidFill>
                <a:latin typeface="Century Gothic"/>
              </a:rPr>
              <a:t>Step 4: The client responds with an ACK to acknowledge the FIN </a:t>
            </a:r>
            <a:r>
              <a:rPr b="0" lang="en-US" sz="1600" spc="-1" strike="noStrike">
                <a:solidFill>
                  <a:srgbClr val="000000"/>
                </a:solidFill>
                <a:latin typeface="Century Gothic"/>
              </a:rPr>
              <a:t>from the server.</a:t>
            </a:r>
            <a:endParaRPr b="0" lang="en-US" sz="1600" spc="-1" strike="noStrike">
              <a:solidFill>
                <a:srgbClr val="404040"/>
              </a:solidFill>
              <a:latin typeface="Century Gothic"/>
            </a:endParaRPr>
          </a:p>
        </p:txBody>
      </p:sp>
      <p:sp>
        <p:nvSpPr>
          <p:cNvPr id="540" name="TextShape 2"/>
          <p:cNvSpPr txBox="1"/>
          <p:nvPr/>
        </p:nvSpPr>
        <p:spPr>
          <a:xfrm>
            <a:off x="432000" y="16308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TCP Communication Process</a:t>
            </a:r>
            <a:br/>
            <a:r>
              <a:rPr b="0" lang="en-US" sz="2400" spc="-1" strike="noStrike">
                <a:solidFill>
                  <a:srgbClr val="004c69"/>
                </a:solidFill>
                <a:latin typeface="Century Gothic"/>
              </a:rPr>
              <a:t>Session Termination</a:t>
            </a:r>
            <a:endParaRPr b="0" lang="en-US" sz="2400" spc="-1" strike="noStrike">
              <a:solidFill>
                <a:srgbClr val="000000"/>
              </a:solidFill>
              <a:latin typeface="Arial"/>
            </a:endParaRPr>
          </a:p>
        </p:txBody>
      </p:sp>
      <p:pic>
        <p:nvPicPr>
          <p:cNvPr id="541" name="Picture 5" descr=""/>
          <p:cNvPicPr/>
          <p:nvPr/>
        </p:nvPicPr>
        <p:blipFill>
          <a:blip r:embed="rId1"/>
          <a:stretch/>
        </p:blipFill>
        <p:spPr>
          <a:xfrm>
            <a:off x="4905000" y="1179000"/>
            <a:ext cx="3953160" cy="30736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TextShape 1"/>
          <p:cNvSpPr txBox="1"/>
          <p:nvPr/>
        </p:nvSpPr>
        <p:spPr>
          <a:xfrm>
            <a:off x="1314000" y="290880"/>
            <a:ext cx="6683400" cy="960480"/>
          </a:xfrm>
          <a:prstGeom prst="rect">
            <a:avLst/>
          </a:prstGeom>
          <a:noFill/>
          <a:ln w="0">
            <a:noFill/>
          </a:ln>
        </p:spPr>
        <p:txBody>
          <a:bodyPr>
            <a:noAutofit/>
          </a:bodyPr>
          <a:p>
            <a:pPr>
              <a:lnSpc>
                <a:spcPct val="100000"/>
              </a:lnSpc>
            </a:pPr>
            <a:r>
              <a:rPr b="0" lang="en-US" sz="1600" spc="-1" strike="noStrike">
                <a:solidFill>
                  <a:srgbClr val="178dbb"/>
                </a:solidFill>
                <a:latin typeface="Century Gothic"/>
              </a:rPr>
              <a:t>TCP Communication Process</a:t>
            </a:r>
            <a:br/>
            <a:r>
              <a:rPr b="0" lang="en-US" sz="2400" spc="-1" strike="noStrike">
                <a:solidFill>
                  <a:srgbClr val="178dbb"/>
                </a:solidFill>
                <a:latin typeface="Century Gothic"/>
              </a:rPr>
              <a:t>TCP Three-Way Handshake Analysis</a:t>
            </a:r>
            <a:endParaRPr b="0" lang="en-US" sz="2400" spc="-1" strike="noStrike">
              <a:solidFill>
                <a:srgbClr val="000000"/>
              </a:solidFill>
              <a:latin typeface="Arial"/>
            </a:endParaRPr>
          </a:p>
        </p:txBody>
      </p:sp>
      <p:sp>
        <p:nvSpPr>
          <p:cNvPr id="543" name="TextShape 2"/>
          <p:cNvSpPr txBox="1"/>
          <p:nvPr/>
        </p:nvSpPr>
        <p:spPr>
          <a:xfrm>
            <a:off x="1219320" y="1332720"/>
            <a:ext cx="7408800" cy="3100320"/>
          </a:xfrm>
          <a:prstGeom prst="rect">
            <a:avLst/>
          </a:prstGeom>
          <a:noFill/>
          <a:ln w="0">
            <a:noFill/>
          </a:ln>
        </p:spPr>
        <p:txBody>
          <a:bodyPr>
            <a:noAutofit/>
          </a:bodyPr>
          <a:p>
            <a:pPr>
              <a:lnSpc>
                <a:spcPct val="100000"/>
              </a:lnSpc>
              <a:spcBef>
                <a:spcPts val="751"/>
              </a:spcBef>
              <a:tabLst>
                <a:tab algn="l" pos="0"/>
              </a:tabLst>
            </a:pPr>
            <a:r>
              <a:rPr b="0" lang="en-US" sz="1600" spc="-1" strike="noStrike">
                <a:solidFill>
                  <a:srgbClr val="404040"/>
                </a:solidFill>
                <a:latin typeface="Century Gothic"/>
              </a:rPr>
              <a:t>Functions of the Three-Way Handshake:</a:t>
            </a:r>
            <a:endParaRPr b="0" lang="en-US" sz="1600" spc="-1" strike="noStrike">
              <a:solidFill>
                <a:srgbClr val="404040"/>
              </a:solidFill>
              <a:latin typeface="Century Gothic"/>
            </a:endParaRPr>
          </a:p>
          <a:p>
            <a:pPr lvl="1" marL="557280" indent="-213840">
              <a:lnSpc>
                <a:spcPct val="100000"/>
              </a:lnSpc>
              <a:spcBef>
                <a:spcPts val="751"/>
              </a:spcBef>
              <a:buClr>
                <a:srgbClr val="353535"/>
              </a:buClr>
              <a:buFont typeface="Arial"/>
              <a:buChar char="•"/>
              <a:tabLst>
                <a:tab algn="l" pos="0"/>
              </a:tabLst>
            </a:pPr>
            <a:r>
              <a:rPr b="0" lang="en-US" sz="1200" spc="-1" strike="noStrike">
                <a:solidFill>
                  <a:srgbClr val="404040"/>
                </a:solidFill>
                <a:latin typeface="Century Gothic"/>
              </a:rPr>
              <a:t>It establishes that the destination device is present on the network.</a:t>
            </a:r>
            <a:endParaRPr b="0" lang="en-US" sz="1200" spc="-1" strike="noStrike">
              <a:solidFill>
                <a:srgbClr val="404040"/>
              </a:solidFill>
              <a:latin typeface="Century Gothic"/>
            </a:endParaRPr>
          </a:p>
          <a:p>
            <a:pPr lvl="1" marL="557280" indent="-213840">
              <a:lnSpc>
                <a:spcPct val="100000"/>
              </a:lnSpc>
              <a:spcBef>
                <a:spcPts val="751"/>
              </a:spcBef>
              <a:buClr>
                <a:srgbClr val="353535"/>
              </a:buClr>
              <a:buFont typeface="Arial"/>
              <a:buChar char="•"/>
              <a:tabLst>
                <a:tab algn="l" pos="0"/>
              </a:tabLst>
            </a:pPr>
            <a:r>
              <a:rPr b="0" lang="en-US" sz="1200" spc="-1" strike="noStrike">
                <a:solidFill>
                  <a:srgbClr val="404040"/>
                </a:solidFill>
                <a:latin typeface="Century Gothic"/>
              </a:rPr>
              <a:t>It verifies that the destination device has an active service and is accepting requests on the destination port number that the initiating client intends to use.</a:t>
            </a:r>
            <a:endParaRPr b="0" lang="en-US" sz="1200" spc="-1" strike="noStrike">
              <a:solidFill>
                <a:srgbClr val="404040"/>
              </a:solidFill>
              <a:latin typeface="Century Gothic"/>
            </a:endParaRPr>
          </a:p>
          <a:p>
            <a:pPr lvl="1" marL="557280" indent="-213840">
              <a:lnSpc>
                <a:spcPct val="100000"/>
              </a:lnSpc>
              <a:spcBef>
                <a:spcPts val="751"/>
              </a:spcBef>
              <a:buClr>
                <a:srgbClr val="353535"/>
              </a:buClr>
              <a:buFont typeface="Arial"/>
              <a:buChar char="•"/>
              <a:tabLst>
                <a:tab algn="l" pos="0"/>
              </a:tabLst>
            </a:pPr>
            <a:r>
              <a:rPr b="0" lang="en-US" sz="1200" spc="-1" strike="noStrike">
                <a:solidFill>
                  <a:srgbClr val="404040"/>
                </a:solidFill>
                <a:latin typeface="Century Gothic"/>
              </a:rPr>
              <a:t>It informs the destination device that the source client intends to establish a communication session on that port number.</a:t>
            </a:r>
            <a:endParaRPr b="0" lang="en-US" sz="1200" spc="-1" strike="noStrike">
              <a:solidFill>
                <a:srgbClr val="404040"/>
              </a:solidFill>
              <a:latin typeface="Century Gothic"/>
            </a:endParaRPr>
          </a:p>
          <a:p>
            <a:pPr>
              <a:lnSpc>
                <a:spcPct val="100000"/>
              </a:lnSpc>
              <a:spcBef>
                <a:spcPts val="751"/>
              </a:spcBef>
              <a:tabLst>
                <a:tab algn="l" pos="0"/>
              </a:tabLst>
            </a:pPr>
            <a:r>
              <a:rPr b="0" lang="en-US" sz="1350" spc="-1" strike="noStrike">
                <a:solidFill>
                  <a:srgbClr val="404040"/>
                </a:solidFill>
                <a:latin typeface="Century Gothic"/>
              </a:rPr>
              <a:t>After the communication is completed the sessions are closed, and the connection is terminated. The connection and session mechanisms enable TCP reliability function.</a:t>
            </a:r>
            <a:endParaRPr b="0" lang="en-US" sz="1350" spc="-1" strike="noStrike">
              <a:solidFill>
                <a:srgbClr val="404040"/>
              </a:solidFill>
              <a:latin typeface="Century Gothic"/>
            </a:endParaRPr>
          </a:p>
        </p:txBody>
      </p:sp>
    </p:spTree>
  </p:cSld>
  <p:transition spd="slow">
    <p:wipe dir="l"/>
  </p:transition>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TextShape 1"/>
          <p:cNvSpPr txBox="1"/>
          <p:nvPr/>
        </p:nvSpPr>
        <p:spPr>
          <a:xfrm>
            <a:off x="1292400" y="198720"/>
            <a:ext cx="6683400" cy="960480"/>
          </a:xfrm>
          <a:prstGeom prst="rect">
            <a:avLst/>
          </a:prstGeom>
          <a:noFill/>
          <a:ln w="0">
            <a:noFill/>
          </a:ln>
        </p:spPr>
        <p:txBody>
          <a:bodyPr>
            <a:noAutofit/>
          </a:bodyPr>
          <a:p>
            <a:pPr>
              <a:lnSpc>
                <a:spcPct val="100000"/>
              </a:lnSpc>
            </a:pPr>
            <a:r>
              <a:rPr b="0" lang="en-US" sz="1600" spc="-1" strike="noStrike">
                <a:solidFill>
                  <a:srgbClr val="178dbb"/>
                </a:solidFill>
                <a:latin typeface="Century Gothic"/>
              </a:rPr>
              <a:t>TCP Communication Process</a:t>
            </a:r>
            <a:br/>
            <a:r>
              <a:rPr b="0" lang="en-US" sz="2400" spc="-1" strike="noStrike">
                <a:solidFill>
                  <a:srgbClr val="178dbb"/>
                </a:solidFill>
                <a:latin typeface="Century Gothic"/>
              </a:rPr>
              <a:t>TCP Three-Way Handshake Analysis (Cont.)</a:t>
            </a:r>
            <a:endParaRPr b="0" lang="en-US" sz="2400" spc="-1" strike="noStrike">
              <a:solidFill>
                <a:srgbClr val="000000"/>
              </a:solidFill>
              <a:latin typeface="Arial"/>
            </a:endParaRPr>
          </a:p>
        </p:txBody>
      </p:sp>
      <p:sp>
        <p:nvSpPr>
          <p:cNvPr id="545" name="TextShape 2"/>
          <p:cNvSpPr txBox="1"/>
          <p:nvPr/>
        </p:nvSpPr>
        <p:spPr>
          <a:xfrm>
            <a:off x="144000" y="1070280"/>
            <a:ext cx="3850200" cy="3883680"/>
          </a:xfrm>
          <a:prstGeom prst="rect">
            <a:avLst/>
          </a:prstGeom>
          <a:noFill/>
          <a:ln w="0">
            <a:noFill/>
          </a:ln>
        </p:spPr>
        <p:txBody>
          <a:bodyPr>
            <a:normAutofit fontScale="86000"/>
          </a:bodyPr>
          <a:p>
            <a:pPr>
              <a:lnSpc>
                <a:spcPct val="100000"/>
              </a:lnSpc>
              <a:spcBef>
                <a:spcPts val="751"/>
              </a:spcBef>
              <a:tabLst>
                <a:tab algn="l" pos="0"/>
              </a:tabLst>
            </a:pPr>
            <a:r>
              <a:rPr b="0" lang="en-US" sz="1600" spc="-1" strike="noStrike">
                <a:solidFill>
                  <a:srgbClr val="404040"/>
                </a:solidFill>
                <a:latin typeface="Century Gothic"/>
              </a:rPr>
              <a:t>The six control bit flags are as follows:</a:t>
            </a:r>
            <a:endParaRPr b="0" lang="en-US" sz="1600" spc="-1" strike="noStrike">
              <a:solidFill>
                <a:srgbClr val="404040"/>
              </a:solidFill>
              <a:latin typeface="Century Gothic"/>
            </a:endParaRPr>
          </a:p>
          <a:p>
            <a:pPr lvl="1" marL="557280" indent="-213840">
              <a:lnSpc>
                <a:spcPct val="100000"/>
              </a:lnSpc>
              <a:spcBef>
                <a:spcPts val="751"/>
              </a:spcBef>
              <a:buClr>
                <a:srgbClr val="353535"/>
              </a:buClr>
              <a:buFont typeface="Wingdings 3" charset="2"/>
              <a:buChar char=""/>
              <a:tabLst>
                <a:tab algn="l" pos="0"/>
              </a:tabLst>
            </a:pPr>
            <a:r>
              <a:rPr b="1" lang="en-US" sz="1500" spc="-1" strike="noStrike">
                <a:solidFill>
                  <a:srgbClr val="404040"/>
                </a:solidFill>
                <a:latin typeface="Century Gothic"/>
              </a:rPr>
              <a:t>URG</a:t>
            </a:r>
            <a:r>
              <a:rPr b="0" lang="en-US" sz="1500" spc="-1" strike="noStrike">
                <a:solidFill>
                  <a:srgbClr val="404040"/>
                </a:solidFill>
                <a:latin typeface="Century Gothic"/>
              </a:rPr>
              <a:t> - Urgent pointer field significant</a:t>
            </a:r>
            <a:endParaRPr b="0" lang="en-US" sz="1500" spc="-1" strike="noStrike">
              <a:solidFill>
                <a:srgbClr val="404040"/>
              </a:solidFill>
              <a:latin typeface="Century Gothic"/>
            </a:endParaRPr>
          </a:p>
          <a:p>
            <a:pPr lvl="1" marL="557280" indent="-213840">
              <a:lnSpc>
                <a:spcPct val="100000"/>
              </a:lnSpc>
              <a:spcBef>
                <a:spcPts val="751"/>
              </a:spcBef>
              <a:buClr>
                <a:srgbClr val="353535"/>
              </a:buClr>
              <a:buFont typeface="Wingdings 3" charset="2"/>
              <a:buChar char=""/>
              <a:tabLst>
                <a:tab algn="l" pos="0"/>
              </a:tabLst>
            </a:pPr>
            <a:r>
              <a:rPr b="1" lang="en-US" sz="1500" spc="-1" strike="noStrike">
                <a:solidFill>
                  <a:srgbClr val="404040"/>
                </a:solidFill>
                <a:latin typeface="Century Gothic"/>
              </a:rPr>
              <a:t>ACK</a:t>
            </a:r>
            <a:r>
              <a:rPr b="0" lang="en-US" sz="1500" spc="-1" strike="noStrike">
                <a:solidFill>
                  <a:srgbClr val="404040"/>
                </a:solidFill>
                <a:latin typeface="Century Gothic"/>
              </a:rPr>
              <a:t> - Acknowledgment flag used in connection establishment and session termination</a:t>
            </a:r>
            <a:endParaRPr b="0" lang="en-US" sz="1500" spc="-1" strike="noStrike">
              <a:solidFill>
                <a:srgbClr val="404040"/>
              </a:solidFill>
              <a:latin typeface="Century Gothic"/>
            </a:endParaRPr>
          </a:p>
          <a:p>
            <a:pPr lvl="1" marL="557280" indent="-213840">
              <a:lnSpc>
                <a:spcPct val="100000"/>
              </a:lnSpc>
              <a:spcBef>
                <a:spcPts val="751"/>
              </a:spcBef>
              <a:buClr>
                <a:srgbClr val="353535"/>
              </a:buClr>
              <a:buFont typeface="Wingdings 3" charset="2"/>
              <a:buChar char=""/>
              <a:tabLst>
                <a:tab algn="l" pos="0"/>
              </a:tabLst>
            </a:pPr>
            <a:r>
              <a:rPr b="1" lang="en-US" sz="1500" spc="-1" strike="noStrike">
                <a:solidFill>
                  <a:srgbClr val="404040"/>
                </a:solidFill>
                <a:latin typeface="Century Gothic"/>
              </a:rPr>
              <a:t>PSH</a:t>
            </a:r>
            <a:r>
              <a:rPr b="0" lang="en-US" sz="1500" spc="-1" strike="noStrike">
                <a:solidFill>
                  <a:srgbClr val="404040"/>
                </a:solidFill>
                <a:latin typeface="Century Gothic"/>
              </a:rPr>
              <a:t> - Push function</a:t>
            </a:r>
            <a:endParaRPr b="0" lang="en-US" sz="1500" spc="-1" strike="noStrike">
              <a:solidFill>
                <a:srgbClr val="404040"/>
              </a:solidFill>
              <a:latin typeface="Century Gothic"/>
            </a:endParaRPr>
          </a:p>
          <a:p>
            <a:pPr lvl="1" marL="557280" indent="-213840">
              <a:lnSpc>
                <a:spcPct val="100000"/>
              </a:lnSpc>
              <a:spcBef>
                <a:spcPts val="751"/>
              </a:spcBef>
              <a:buClr>
                <a:srgbClr val="353535"/>
              </a:buClr>
              <a:buFont typeface="Wingdings 3" charset="2"/>
              <a:buChar char=""/>
              <a:tabLst>
                <a:tab algn="l" pos="0"/>
              </a:tabLst>
            </a:pPr>
            <a:r>
              <a:rPr b="1" lang="en-US" sz="1500" spc="-1" strike="noStrike">
                <a:solidFill>
                  <a:srgbClr val="404040"/>
                </a:solidFill>
                <a:latin typeface="Century Gothic"/>
              </a:rPr>
              <a:t>RST</a:t>
            </a:r>
            <a:r>
              <a:rPr b="0" lang="en-US" sz="1500" spc="-1" strike="noStrike">
                <a:solidFill>
                  <a:srgbClr val="404040"/>
                </a:solidFill>
                <a:latin typeface="Century Gothic"/>
              </a:rPr>
              <a:t> - Reset the connection when an error or timeout occurs</a:t>
            </a:r>
            <a:endParaRPr b="0" lang="en-US" sz="1500" spc="-1" strike="noStrike">
              <a:solidFill>
                <a:srgbClr val="404040"/>
              </a:solidFill>
              <a:latin typeface="Century Gothic"/>
            </a:endParaRPr>
          </a:p>
          <a:p>
            <a:pPr lvl="1" marL="557280" indent="-213840">
              <a:lnSpc>
                <a:spcPct val="100000"/>
              </a:lnSpc>
              <a:spcBef>
                <a:spcPts val="751"/>
              </a:spcBef>
              <a:buClr>
                <a:srgbClr val="353535"/>
              </a:buClr>
              <a:buFont typeface="Wingdings 3" charset="2"/>
              <a:buChar char=""/>
              <a:tabLst>
                <a:tab algn="l" pos="0"/>
              </a:tabLst>
            </a:pPr>
            <a:r>
              <a:rPr b="1" lang="en-US" sz="1500" spc="-1" strike="noStrike">
                <a:solidFill>
                  <a:srgbClr val="404040"/>
                </a:solidFill>
                <a:latin typeface="Century Gothic"/>
              </a:rPr>
              <a:t>SYN</a:t>
            </a:r>
            <a:r>
              <a:rPr b="0" lang="en-US" sz="1500" spc="-1" strike="noStrike">
                <a:solidFill>
                  <a:srgbClr val="404040"/>
                </a:solidFill>
                <a:latin typeface="Century Gothic"/>
              </a:rPr>
              <a:t> - Synchronize sequence numbers used in connection establishment</a:t>
            </a:r>
            <a:endParaRPr b="0" lang="en-US" sz="1500" spc="-1" strike="noStrike">
              <a:solidFill>
                <a:srgbClr val="404040"/>
              </a:solidFill>
              <a:latin typeface="Century Gothic"/>
            </a:endParaRPr>
          </a:p>
          <a:p>
            <a:pPr lvl="1" marL="557280" indent="-213840">
              <a:lnSpc>
                <a:spcPct val="100000"/>
              </a:lnSpc>
              <a:spcBef>
                <a:spcPts val="751"/>
              </a:spcBef>
              <a:buClr>
                <a:srgbClr val="353535"/>
              </a:buClr>
              <a:buFont typeface="Wingdings 3" charset="2"/>
              <a:buChar char=""/>
              <a:tabLst>
                <a:tab algn="l" pos="0"/>
              </a:tabLst>
            </a:pPr>
            <a:r>
              <a:rPr b="1" lang="en-US" sz="1500" spc="-1" strike="noStrike">
                <a:solidFill>
                  <a:srgbClr val="404040"/>
                </a:solidFill>
                <a:latin typeface="Century Gothic"/>
              </a:rPr>
              <a:t>FIN</a:t>
            </a:r>
            <a:r>
              <a:rPr b="0" lang="en-US" sz="1500" spc="-1" strike="noStrike">
                <a:solidFill>
                  <a:srgbClr val="404040"/>
                </a:solidFill>
                <a:latin typeface="Century Gothic"/>
              </a:rPr>
              <a:t> - No more data from sender and used in session termination</a:t>
            </a:r>
            <a:endParaRPr b="0" lang="en-US" sz="1500" spc="-1" strike="noStrike">
              <a:solidFill>
                <a:srgbClr val="404040"/>
              </a:solidFill>
              <a:latin typeface="Century Gothic"/>
            </a:endParaRPr>
          </a:p>
          <a:p>
            <a:pPr>
              <a:lnSpc>
                <a:spcPct val="100000"/>
              </a:lnSpc>
              <a:spcBef>
                <a:spcPts val="751"/>
              </a:spcBef>
              <a:tabLst>
                <a:tab algn="l" pos="0"/>
              </a:tabLst>
            </a:pPr>
            <a:endParaRPr b="0" lang="en-US" sz="1500" spc="-1" strike="noStrike">
              <a:solidFill>
                <a:srgbClr val="404040"/>
              </a:solidFill>
              <a:latin typeface="Century Gothic"/>
            </a:endParaRPr>
          </a:p>
        </p:txBody>
      </p:sp>
      <p:pic>
        <p:nvPicPr>
          <p:cNvPr id="546" name="Picture 5" descr=""/>
          <p:cNvPicPr/>
          <p:nvPr/>
        </p:nvPicPr>
        <p:blipFill>
          <a:blip r:embed="rId1"/>
          <a:stretch/>
        </p:blipFill>
        <p:spPr>
          <a:xfrm>
            <a:off x="4104000" y="1674000"/>
            <a:ext cx="4973760" cy="2404800"/>
          </a:xfrm>
          <a:prstGeom prst="rect">
            <a:avLst/>
          </a:prstGeom>
          <a:ln w="0">
            <a:noFill/>
          </a:ln>
        </p:spPr>
      </p:pic>
    </p:spTree>
  </p:cSld>
  <p:transition spd="slow">
    <p:wipe dir="l"/>
  </p:transition>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7" name="TextShape 1"/>
          <p:cNvSpPr txBox="1"/>
          <p:nvPr/>
        </p:nvSpPr>
        <p:spPr>
          <a:xfrm>
            <a:off x="1944720" y="468000"/>
            <a:ext cx="6683400" cy="960480"/>
          </a:xfrm>
          <a:prstGeom prst="rect">
            <a:avLst/>
          </a:prstGeom>
          <a:noFill/>
          <a:ln w="0">
            <a:noFill/>
          </a:ln>
        </p:spPr>
        <p:txBody>
          <a:bodyPr>
            <a:noAutofit/>
          </a:bodyPr>
          <a:p>
            <a:pPr>
              <a:lnSpc>
                <a:spcPct val="100000"/>
              </a:lnSpc>
            </a:pPr>
            <a:r>
              <a:rPr b="0" lang="en-US" sz="1600" spc="-1" strike="noStrike">
                <a:solidFill>
                  <a:srgbClr val="178dbb"/>
                </a:solidFill>
                <a:latin typeface="Century Gothic"/>
              </a:rPr>
              <a:t>TCP Communication Process</a:t>
            </a:r>
            <a:br/>
            <a:r>
              <a:rPr b="0" lang="en-US" sz="2400" spc="-1" strike="noStrike">
                <a:solidFill>
                  <a:srgbClr val="178dbb"/>
                </a:solidFill>
                <a:latin typeface="Century Gothic"/>
              </a:rPr>
              <a:t>Video TCP 3-Way Handshake</a:t>
            </a:r>
            <a:endParaRPr b="0" lang="en-US" sz="2400" spc="-1" strike="noStrike">
              <a:solidFill>
                <a:srgbClr val="000000"/>
              </a:solidFill>
              <a:latin typeface="Arial"/>
            </a:endParaRPr>
          </a:p>
        </p:txBody>
      </p:sp>
      <p:sp>
        <p:nvSpPr>
          <p:cNvPr id="548" name="TextShape 2"/>
          <p:cNvSpPr txBox="1"/>
          <p:nvPr/>
        </p:nvSpPr>
        <p:spPr>
          <a:xfrm>
            <a:off x="1941840" y="1636200"/>
            <a:ext cx="6686280" cy="2832840"/>
          </a:xfrm>
          <a:prstGeom prst="rect">
            <a:avLst/>
          </a:prstGeom>
          <a:noFill/>
          <a:ln w="0">
            <a:noFill/>
          </a:ln>
        </p:spPr>
        <p:txBody>
          <a:bodyPr>
            <a:noAutofit/>
          </a:bodyPr>
          <a:p>
            <a:pPr>
              <a:lnSpc>
                <a:spcPct val="100000"/>
              </a:lnSpc>
              <a:spcBef>
                <a:spcPts val="751"/>
              </a:spcBef>
              <a:tabLst>
                <a:tab algn="l" pos="0"/>
              </a:tabLst>
            </a:pPr>
            <a:r>
              <a:rPr b="0" lang="en-US" sz="1600" spc="-1" strike="noStrike">
                <a:solidFill>
                  <a:srgbClr val="404040"/>
                </a:solidFill>
                <a:latin typeface="Century Gothic"/>
              </a:rPr>
              <a:t>The video covers the following:</a:t>
            </a:r>
            <a:endParaRPr b="0" lang="en-US" sz="1600" spc="-1" strike="noStrike">
              <a:solidFill>
                <a:srgbClr val="404040"/>
              </a:solidFill>
              <a:latin typeface="Century Gothic"/>
            </a:endParaRPr>
          </a:p>
          <a:p>
            <a:pPr lvl="1" marL="557280" indent="-213840">
              <a:lnSpc>
                <a:spcPct val="100000"/>
              </a:lnSpc>
              <a:spcBef>
                <a:spcPts val="751"/>
              </a:spcBef>
              <a:buClr>
                <a:srgbClr val="353535"/>
              </a:buClr>
              <a:buFont typeface="Wingdings 3" charset="2"/>
              <a:buChar char=""/>
              <a:tabLst>
                <a:tab algn="l" pos="0"/>
              </a:tabLst>
            </a:pPr>
            <a:r>
              <a:rPr b="0" lang="en-US" sz="1500" spc="-1" strike="noStrike">
                <a:solidFill>
                  <a:srgbClr val="404040"/>
                </a:solidFill>
                <a:latin typeface="Century Gothic"/>
              </a:rPr>
              <a:t>TCP 3-Way Handshake</a:t>
            </a:r>
            <a:endParaRPr b="0" lang="en-US" sz="1500" spc="-1" strike="noStrike">
              <a:solidFill>
                <a:srgbClr val="404040"/>
              </a:solidFill>
              <a:latin typeface="Century Gothic"/>
            </a:endParaRPr>
          </a:p>
          <a:p>
            <a:pPr lvl="1" marL="557280" indent="-213840">
              <a:lnSpc>
                <a:spcPct val="100000"/>
              </a:lnSpc>
              <a:spcBef>
                <a:spcPts val="751"/>
              </a:spcBef>
              <a:buClr>
                <a:srgbClr val="353535"/>
              </a:buClr>
              <a:buFont typeface="Wingdings 3" charset="2"/>
              <a:buChar char=""/>
              <a:tabLst>
                <a:tab algn="l" pos="0"/>
              </a:tabLst>
            </a:pPr>
            <a:r>
              <a:rPr b="0" lang="en-US" sz="1500" spc="-1" strike="noStrike">
                <a:solidFill>
                  <a:srgbClr val="404040"/>
                </a:solidFill>
                <a:latin typeface="Century Gothic"/>
              </a:rPr>
              <a:t>Termination of a TCP conversation</a:t>
            </a:r>
            <a:endParaRPr b="0" lang="en-US" sz="1500" spc="-1" strike="noStrike">
              <a:solidFill>
                <a:srgbClr val="404040"/>
              </a:solidFill>
              <a:latin typeface="Century Gothic"/>
            </a:endParaRPr>
          </a:p>
        </p:txBody>
      </p:sp>
      <p:sp>
        <p:nvSpPr>
          <p:cNvPr id="549" name="TextShape 3"/>
          <p:cNvSpPr txBox="1"/>
          <p:nvPr/>
        </p:nvSpPr>
        <p:spPr>
          <a:xfrm>
            <a:off x="1980000" y="3253320"/>
            <a:ext cx="5252760" cy="346680"/>
          </a:xfrm>
          <a:prstGeom prst="rect">
            <a:avLst/>
          </a:prstGeom>
          <a:noFill/>
          <a:ln w="0">
            <a:noFill/>
          </a:ln>
        </p:spPr>
        <p:txBody>
          <a:bodyPr lIns="90000" rIns="90000" tIns="45000" bIns="45000">
            <a:noAutofit/>
          </a:bodyPr>
          <a:p>
            <a:r>
              <a:rPr b="0" lang="en-GB" sz="1800" spc="-1" strike="noStrike">
                <a:latin typeface="Arial"/>
              </a:rPr>
              <a:t>https://www.youtube.com/watch?v=xMtP5ZB3wSk</a:t>
            </a:r>
            <a:endParaRPr b="0" lang="en-GB" sz="1800" spc="-1" strike="noStrike">
              <a:latin typeface="Arial"/>
            </a:endParaRPr>
          </a:p>
        </p:txBody>
      </p:sp>
    </p:spTree>
  </p:cSld>
  <p:transition spd="slow">
    <p:wipe dir="l"/>
  </p:transition>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sp>
        <p:nvSpPr>
          <p:cNvPr id="550" name="TextShape 1"/>
          <p:cNvSpPr txBox="1"/>
          <p:nvPr/>
        </p:nvSpPr>
        <p:spPr>
          <a:xfrm>
            <a:off x="416520" y="1788120"/>
            <a:ext cx="7848000" cy="1358640"/>
          </a:xfrm>
          <a:prstGeom prst="rect">
            <a:avLst/>
          </a:prstGeom>
          <a:noFill/>
          <a:ln w="0">
            <a:noFill/>
          </a:ln>
        </p:spPr>
        <p:txBody>
          <a:bodyPr anchor="b">
            <a:noAutofit/>
          </a:bodyPr>
          <a:p>
            <a:pPr>
              <a:lnSpc>
                <a:spcPct val="90000"/>
              </a:lnSpc>
              <a:tabLst>
                <a:tab algn="l" pos="0"/>
              </a:tabLst>
            </a:pPr>
            <a:r>
              <a:rPr b="0" lang="en-US" sz="4600" spc="-1" strike="noStrike">
                <a:solidFill>
                  <a:srgbClr val="000000"/>
                </a:solidFill>
                <a:latin typeface="Century Gothic"/>
              </a:rPr>
              <a:t>14.6 Reliability and Flow Control</a:t>
            </a:r>
            <a:endParaRPr b="0" lang="en-US" sz="4600" spc="-1" strike="noStrike">
              <a:solidFill>
                <a:srgbClr val="000000"/>
              </a:solidFill>
              <a:latin typeface="Arial"/>
            </a:endParaRPr>
          </a:p>
        </p:txBody>
      </p:sp>
    </p:spTree>
  </p:cSld>
  <p:transition spd="slow">
    <p:wipe dir="l"/>
  </p:transition>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TextShape 1"/>
          <p:cNvSpPr txBox="1"/>
          <p:nvPr/>
        </p:nvSpPr>
        <p:spPr>
          <a:xfrm>
            <a:off x="288360" y="979560"/>
            <a:ext cx="3884040" cy="3438720"/>
          </a:xfrm>
          <a:prstGeom prst="rect">
            <a:avLst/>
          </a:prstGeom>
          <a:noFill/>
          <a:ln w="0">
            <a:noFill/>
          </a:ln>
        </p:spPr>
        <p:txBody>
          <a:bodyPr>
            <a:noAutofit/>
          </a:bodyPr>
          <a:p>
            <a:pPr marL="285840" indent="-285480">
              <a:lnSpc>
                <a:spcPct val="100000"/>
              </a:lnSpc>
              <a:spcBef>
                <a:spcPts val="320"/>
              </a:spcBef>
              <a:buClr>
                <a:srgbClr val="000000"/>
              </a:buClr>
              <a:buFont typeface="Arial"/>
              <a:buChar char="•"/>
            </a:pPr>
            <a:r>
              <a:rPr b="0" lang="en-US" sz="1600" spc="-1" strike="noStrike">
                <a:solidFill>
                  <a:srgbClr val="000000"/>
                </a:solidFill>
                <a:latin typeface="Century Gothic"/>
              </a:rPr>
              <a:t>TCP can also help maintain the flow of packets so that devices do not become overloaded.</a:t>
            </a:r>
            <a:endParaRPr b="0" lang="en-US" sz="1600" spc="-1" strike="noStrike">
              <a:solidFill>
                <a:srgbClr val="404040"/>
              </a:solidFill>
              <a:latin typeface="Century Gothic"/>
            </a:endParaRPr>
          </a:p>
          <a:p>
            <a:pPr marL="285840" indent="-285480">
              <a:lnSpc>
                <a:spcPct val="100000"/>
              </a:lnSpc>
              <a:spcBef>
                <a:spcPts val="320"/>
              </a:spcBef>
              <a:buClr>
                <a:srgbClr val="000000"/>
              </a:buClr>
              <a:buFont typeface="Arial"/>
              <a:buChar char="•"/>
            </a:pPr>
            <a:r>
              <a:rPr b="0" lang="en-US" sz="1600" spc="-1" strike="noStrike">
                <a:solidFill>
                  <a:srgbClr val="000000"/>
                </a:solidFill>
                <a:latin typeface="Century Gothic"/>
              </a:rPr>
              <a:t>There may be times when TCP segments do not arrive at their destination or arrive out of order.</a:t>
            </a:r>
            <a:endParaRPr b="0" lang="en-US" sz="1600" spc="-1" strike="noStrike">
              <a:solidFill>
                <a:srgbClr val="404040"/>
              </a:solidFill>
              <a:latin typeface="Century Gothic"/>
            </a:endParaRPr>
          </a:p>
          <a:p>
            <a:pPr marL="285840" indent="-285480">
              <a:lnSpc>
                <a:spcPct val="100000"/>
              </a:lnSpc>
              <a:spcBef>
                <a:spcPts val="320"/>
              </a:spcBef>
              <a:buClr>
                <a:srgbClr val="000000"/>
              </a:buClr>
              <a:buFont typeface="Arial"/>
              <a:buChar char="•"/>
            </a:pPr>
            <a:r>
              <a:rPr b="0" lang="en-US" sz="1600" spc="-1" strike="noStrike">
                <a:solidFill>
                  <a:srgbClr val="000000"/>
                </a:solidFill>
                <a:latin typeface="Century Gothic"/>
              </a:rPr>
              <a:t>All the data must be received and the data in these segments must be reassembled into the original order.</a:t>
            </a:r>
            <a:endParaRPr b="0" lang="en-US" sz="1600" spc="-1" strike="noStrike">
              <a:solidFill>
                <a:srgbClr val="404040"/>
              </a:solidFill>
              <a:latin typeface="Century Gothic"/>
            </a:endParaRPr>
          </a:p>
          <a:p>
            <a:pPr marL="285840" indent="-285480">
              <a:lnSpc>
                <a:spcPct val="100000"/>
              </a:lnSpc>
              <a:spcBef>
                <a:spcPts val="320"/>
              </a:spcBef>
              <a:buClr>
                <a:srgbClr val="000000"/>
              </a:buClr>
              <a:buFont typeface="Arial"/>
              <a:buChar char="•"/>
            </a:pPr>
            <a:r>
              <a:rPr b="0" lang="en-US" sz="1600" spc="-1" strike="noStrike">
                <a:solidFill>
                  <a:srgbClr val="000000"/>
                </a:solidFill>
                <a:latin typeface="Century Gothic"/>
              </a:rPr>
              <a:t>Sequence numbers are assigned in the header of each packet to achieve this goal.</a:t>
            </a:r>
            <a:endParaRPr b="0" lang="en-US" sz="1600" spc="-1" strike="noStrike">
              <a:solidFill>
                <a:srgbClr val="404040"/>
              </a:solidFill>
              <a:latin typeface="Century Gothic"/>
            </a:endParaRPr>
          </a:p>
          <a:p>
            <a:pPr>
              <a:lnSpc>
                <a:spcPct val="100000"/>
              </a:lnSpc>
              <a:spcBef>
                <a:spcPts val="320"/>
              </a:spcBef>
              <a:tabLst>
                <a:tab algn="l" pos="0"/>
              </a:tabLst>
            </a:pPr>
            <a:endParaRPr b="0" lang="en-US" sz="1600" spc="-1" strike="noStrike">
              <a:solidFill>
                <a:srgbClr val="404040"/>
              </a:solidFill>
              <a:latin typeface="Century Gothic"/>
            </a:endParaRPr>
          </a:p>
        </p:txBody>
      </p:sp>
      <p:sp>
        <p:nvSpPr>
          <p:cNvPr id="552" name="TextShape 2"/>
          <p:cNvSpPr txBox="1"/>
          <p:nvPr/>
        </p:nvSpPr>
        <p:spPr>
          <a:xfrm>
            <a:off x="186120" y="8496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Reliability and Flow Control</a:t>
            </a:r>
            <a:br/>
            <a:r>
              <a:rPr b="0" lang="en-US" sz="2400" spc="-1" strike="noStrike">
                <a:solidFill>
                  <a:srgbClr val="004c69"/>
                </a:solidFill>
                <a:latin typeface="Century Gothic"/>
              </a:rPr>
              <a:t>TCP Reliability- Guaranteed and Ordered Delivery</a:t>
            </a:r>
            <a:endParaRPr b="0" lang="en-US" sz="2400" spc="-1" strike="noStrike">
              <a:solidFill>
                <a:srgbClr val="000000"/>
              </a:solidFill>
              <a:latin typeface="Arial"/>
            </a:endParaRPr>
          </a:p>
        </p:txBody>
      </p:sp>
      <p:pic>
        <p:nvPicPr>
          <p:cNvPr id="553" name="Picture 5" descr=""/>
          <p:cNvPicPr/>
          <p:nvPr/>
        </p:nvPicPr>
        <p:blipFill>
          <a:blip r:embed="rId1"/>
          <a:stretch/>
        </p:blipFill>
        <p:spPr>
          <a:xfrm>
            <a:off x="4358880" y="1119960"/>
            <a:ext cx="4645080" cy="31579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TextShape 1"/>
          <p:cNvSpPr txBox="1"/>
          <p:nvPr/>
        </p:nvSpPr>
        <p:spPr>
          <a:xfrm>
            <a:off x="1403640" y="524520"/>
            <a:ext cx="7740000" cy="1260360"/>
          </a:xfrm>
          <a:prstGeom prst="rect">
            <a:avLst/>
          </a:prstGeom>
          <a:noFill/>
          <a:ln w="0">
            <a:noFill/>
          </a:ln>
        </p:spPr>
        <p:txBody>
          <a:bodyPr>
            <a:normAutofit/>
          </a:bodyPr>
          <a:p>
            <a:pPr>
              <a:lnSpc>
                <a:spcPct val="100000"/>
              </a:lnSpc>
            </a:pPr>
            <a:r>
              <a:rPr b="0" lang="en-US" sz="1600" spc="-1" strike="noStrike">
                <a:solidFill>
                  <a:srgbClr val="178dbb"/>
                </a:solidFill>
                <a:latin typeface="Century Gothic"/>
              </a:rPr>
              <a:t>Reliability and Flow Control</a:t>
            </a:r>
            <a:br/>
            <a:r>
              <a:rPr b="0" lang="en-US" sz="2400" spc="-1" strike="noStrike">
                <a:solidFill>
                  <a:srgbClr val="178dbb"/>
                </a:solidFill>
                <a:latin typeface="Century Gothic"/>
              </a:rPr>
              <a:t>Video</a:t>
            </a:r>
            <a:r>
              <a:rPr b="0" lang="en-US" sz="2700" spc="-1" strike="noStrike">
                <a:solidFill>
                  <a:srgbClr val="178dbb"/>
                </a:solidFill>
                <a:latin typeface="Century Gothic"/>
              </a:rPr>
              <a:t> -</a:t>
            </a:r>
            <a:r>
              <a:rPr b="0" lang="en-US" sz="2400" spc="-1" strike="noStrike">
                <a:solidFill>
                  <a:srgbClr val="178dbb"/>
                </a:solidFill>
                <a:latin typeface="Century Gothic"/>
              </a:rPr>
              <a:t>TCP Reliability- Sequence Numbers and Acknowledgments</a:t>
            </a:r>
            <a:endParaRPr b="0" lang="en-US" sz="2400" spc="-1" strike="noStrike">
              <a:solidFill>
                <a:srgbClr val="000000"/>
              </a:solidFill>
              <a:latin typeface="Arial"/>
            </a:endParaRPr>
          </a:p>
        </p:txBody>
      </p:sp>
      <p:sp>
        <p:nvSpPr>
          <p:cNvPr id="555" name="TextShape 2"/>
          <p:cNvSpPr txBox="1"/>
          <p:nvPr/>
        </p:nvSpPr>
        <p:spPr>
          <a:xfrm>
            <a:off x="765720" y="1956240"/>
            <a:ext cx="8232840" cy="3080880"/>
          </a:xfrm>
          <a:prstGeom prst="rect">
            <a:avLst/>
          </a:prstGeom>
          <a:noFill/>
          <a:ln w="0">
            <a:noFill/>
          </a:ln>
        </p:spPr>
        <p:txBody>
          <a:bodyPr>
            <a:noAutofit/>
          </a:bodyPr>
          <a:p>
            <a:pPr marL="142920">
              <a:lnSpc>
                <a:spcPct val="100000"/>
              </a:lnSpc>
              <a:spcBef>
                <a:spcPts val="751"/>
              </a:spcBef>
              <a:tabLst>
                <a:tab algn="l" pos="0"/>
              </a:tabLst>
            </a:pPr>
            <a:r>
              <a:rPr b="0" lang="en-US" sz="1800" spc="-1" strike="noStrike">
                <a:solidFill>
                  <a:srgbClr val="404040"/>
                </a:solidFill>
                <a:latin typeface="Century Gothic"/>
              </a:rPr>
              <a:t>This video depicts a simplified example of the TCP operations.</a:t>
            </a:r>
            <a:endParaRPr b="0" lang="en-US" sz="1800" spc="-1" strike="noStrike">
              <a:solidFill>
                <a:srgbClr val="404040"/>
              </a:solidFill>
              <a:latin typeface="Century Gothic"/>
            </a:endParaRPr>
          </a:p>
        </p:txBody>
      </p:sp>
    </p:spTree>
  </p:cSld>
  <p:transition spd="slow">
    <p:wipe dir="l"/>
  </p:transition>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TextShape 1"/>
          <p:cNvSpPr txBox="1"/>
          <p:nvPr/>
        </p:nvSpPr>
        <p:spPr>
          <a:xfrm>
            <a:off x="1202760" y="202680"/>
            <a:ext cx="7796880" cy="757080"/>
          </a:xfrm>
          <a:prstGeom prst="rect">
            <a:avLst/>
          </a:prstGeom>
          <a:noFill/>
          <a:ln w="0">
            <a:noFill/>
          </a:ln>
        </p:spPr>
        <p:txBody>
          <a:bodyPr>
            <a:normAutofit fontScale="51000"/>
          </a:bodyPr>
          <a:p>
            <a:pPr>
              <a:lnSpc>
                <a:spcPct val="100000"/>
              </a:lnSpc>
            </a:pPr>
            <a:r>
              <a:rPr b="0" lang="en-US" sz="1600" spc="-1" strike="noStrike">
                <a:solidFill>
                  <a:srgbClr val="178dbb"/>
                </a:solidFill>
                <a:latin typeface="Century Gothic"/>
              </a:rPr>
              <a:t>Reliability and Flow Control</a:t>
            </a:r>
            <a:br/>
            <a:r>
              <a:rPr b="0" lang="en-US" sz="2700" spc="-1" strike="noStrike">
                <a:solidFill>
                  <a:srgbClr val="178dbb"/>
                </a:solidFill>
                <a:latin typeface="Century Gothic"/>
              </a:rPr>
              <a:t>TCP Reliability – Data Loss and Retransmission</a:t>
            </a:r>
            <a:endParaRPr b="0" lang="en-US" sz="2700" spc="-1" strike="noStrike">
              <a:solidFill>
                <a:srgbClr val="000000"/>
              </a:solidFill>
              <a:latin typeface="Arial"/>
            </a:endParaRPr>
          </a:p>
        </p:txBody>
      </p:sp>
      <p:sp>
        <p:nvSpPr>
          <p:cNvPr id="557" name="TextShape 2"/>
          <p:cNvSpPr txBox="1"/>
          <p:nvPr/>
        </p:nvSpPr>
        <p:spPr>
          <a:xfrm>
            <a:off x="252360" y="1616040"/>
            <a:ext cx="3826080" cy="3337920"/>
          </a:xfrm>
          <a:prstGeom prst="rect">
            <a:avLst/>
          </a:prstGeom>
          <a:noFill/>
          <a:ln w="0">
            <a:noFill/>
          </a:ln>
        </p:spPr>
        <p:txBody>
          <a:bodyPr>
            <a:noAutofit/>
          </a:bodyPr>
          <a:p>
            <a:pPr>
              <a:lnSpc>
                <a:spcPct val="100000"/>
              </a:lnSpc>
              <a:spcBef>
                <a:spcPts val="751"/>
              </a:spcBef>
              <a:tabLst>
                <a:tab algn="l" pos="0"/>
              </a:tabLst>
            </a:pPr>
            <a:r>
              <a:rPr b="0" lang="en-US" sz="1600" spc="-1" strike="noStrike">
                <a:solidFill>
                  <a:srgbClr val="404040"/>
                </a:solidFill>
                <a:latin typeface="Century Gothic"/>
              </a:rPr>
              <a:t>No matter how well designed a network is, data loss occasionally occurs.</a:t>
            </a:r>
            <a:endParaRPr b="0" lang="en-US" sz="1600" spc="-1" strike="noStrike">
              <a:solidFill>
                <a:srgbClr val="404040"/>
              </a:solidFill>
              <a:latin typeface="Century Gothic"/>
            </a:endParaRPr>
          </a:p>
          <a:p>
            <a:pPr>
              <a:lnSpc>
                <a:spcPct val="100000"/>
              </a:lnSpc>
              <a:spcBef>
                <a:spcPts val="751"/>
              </a:spcBef>
              <a:tabLst>
                <a:tab algn="l" pos="0"/>
              </a:tabLst>
            </a:pPr>
            <a:r>
              <a:rPr b="0" lang="en-US" sz="1600" spc="-1" strike="noStrike">
                <a:solidFill>
                  <a:srgbClr val="404040"/>
                </a:solidFill>
                <a:latin typeface="Century Gothic"/>
              </a:rPr>
              <a:t>TCP provides methods of managing these segment losses. Among these is a mechanism to retransmit segments for unacknowledged data.</a:t>
            </a:r>
            <a:endParaRPr b="0" lang="en-US" sz="1600" spc="-1" strike="noStrike">
              <a:solidFill>
                <a:srgbClr val="404040"/>
              </a:solidFill>
              <a:latin typeface="Century Gothic"/>
            </a:endParaRPr>
          </a:p>
          <a:p>
            <a:pPr>
              <a:lnSpc>
                <a:spcPct val="100000"/>
              </a:lnSpc>
              <a:spcBef>
                <a:spcPts val="751"/>
              </a:spcBef>
              <a:tabLst>
                <a:tab algn="l" pos="0"/>
              </a:tabLst>
            </a:pPr>
            <a:endParaRPr b="0" lang="en-US" sz="1600" spc="-1" strike="noStrike">
              <a:solidFill>
                <a:srgbClr val="404040"/>
              </a:solidFill>
              <a:latin typeface="Century Gothic"/>
            </a:endParaRPr>
          </a:p>
          <a:p>
            <a:pPr>
              <a:lnSpc>
                <a:spcPct val="100000"/>
              </a:lnSpc>
              <a:spcBef>
                <a:spcPts val="751"/>
              </a:spcBef>
              <a:tabLst>
                <a:tab algn="l" pos="0"/>
              </a:tabLst>
            </a:pPr>
            <a:endParaRPr b="0" lang="en-US" sz="1600" spc="-1" strike="noStrike">
              <a:solidFill>
                <a:srgbClr val="404040"/>
              </a:solidFill>
              <a:latin typeface="Century Gothic"/>
            </a:endParaRPr>
          </a:p>
        </p:txBody>
      </p:sp>
      <p:pic>
        <p:nvPicPr>
          <p:cNvPr id="558" name="Picture 1" descr=""/>
          <p:cNvPicPr/>
          <p:nvPr/>
        </p:nvPicPr>
        <p:blipFill>
          <a:blip r:embed="rId1"/>
          <a:srcRect l="3123" t="0" r="0" b="0"/>
          <a:stretch/>
        </p:blipFill>
        <p:spPr>
          <a:xfrm>
            <a:off x="4078800" y="1025280"/>
            <a:ext cx="4920840" cy="3555000"/>
          </a:xfrm>
          <a:prstGeom prst="rect">
            <a:avLst/>
          </a:prstGeom>
          <a:ln w="0">
            <a:noFill/>
          </a:ln>
        </p:spPr>
      </p:pic>
    </p:spTree>
  </p:cSld>
  <p:transition spd="slow">
    <p:wipe dir="l"/>
  </p:transition>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TextShape 1"/>
          <p:cNvSpPr txBox="1"/>
          <p:nvPr/>
        </p:nvSpPr>
        <p:spPr>
          <a:xfrm>
            <a:off x="1240560" y="288000"/>
            <a:ext cx="7981200" cy="757080"/>
          </a:xfrm>
          <a:prstGeom prst="rect">
            <a:avLst/>
          </a:prstGeom>
          <a:noFill/>
          <a:ln w="0">
            <a:noFill/>
          </a:ln>
        </p:spPr>
        <p:txBody>
          <a:bodyPr>
            <a:normAutofit fontScale="51000"/>
          </a:bodyPr>
          <a:p>
            <a:pPr>
              <a:lnSpc>
                <a:spcPct val="100000"/>
              </a:lnSpc>
            </a:pPr>
            <a:r>
              <a:rPr b="0" lang="en-US" sz="1600" spc="-1" strike="noStrike">
                <a:solidFill>
                  <a:srgbClr val="178dbb"/>
                </a:solidFill>
                <a:latin typeface="Century Gothic"/>
              </a:rPr>
              <a:t>Reliability and Flow Control</a:t>
            </a:r>
            <a:br/>
            <a:r>
              <a:rPr b="0" lang="en-US" sz="2700" spc="-1" strike="noStrike">
                <a:solidFill>
                  <a:srgbClr val="178dbb"/>
                </a:solidFill>
                <a:latin typeface="Century Gothic"/>
              </a:rPr>
              <a:t>TCP Reliability – Data Loss and Retransmission (Cont.)</a:t>
            </a:r>
            <a:endParaRPr b="0" lang="en-US" sz="2700" spc="-1" strike="noStrike">
              <a:solidFill>
                <a:srgbClr val="000000"/>
              </a:solidFill>
              <a:latin typeface="Arial"/>
            </a:endParaRPr>
          </a:p>
        </p:txBody>
      </p:sp>
      <p:sp>
        <p:nvSpPr>
          <p:cNvPr id="560" name="TextShape 2"/>
          <p:cNvSpPr txBox="1"/>
          <p:nvPr/>
        </p:nvSpPr>
        <p:spPr>
          <a:xfrm>
            <a:off x="349560" y="1438920"/>
            <a:ext cx="3970440" cy="3344760"/>
          </a:xfrm>
          <a:prstGeom prst="rect">
            <a:avLst/>
          </a:prstGeom>
          <a:noFill/>
          <a:ln w="0">
            <a:noFill/>
          </a:ln>
        </p:spPr>
        <p:txBody>
          <a:bodyPr>
            <a:noAutofit/>
          </a:bodyPr>
          <a:p>
            <a:pPr>
              <a:lnSpc>
                <a:spcPct val="100000"/>
              </a:lnSpc>
              <a:spcBef>
                <a:spcPts val="751"/>
              </a:spcBef>
              <a:tabLst>
                <a:tab algn="l" pos="0"/>
              </a:tabLst>
            </a:pPr>
            <a:r>
              <a:rPr b="0" lang="en-US" sz="1600" spc="-1" strike="noStrike">
                <a:solidFill>
                  <a:srgbClr val="404040"/>
                </a:solidFill>
                <a:latin typeface="Century Gothic"/>
              </a:rPr>
              <a:t>Host operating systems today typically employ an optional TCP feature called selective acknowledgment (SACK), negotiated during the three-way handshake.</a:t>
            </a:r>
            <a:endParaRPr b="0" lang="en-US" sz="1600" spc="-1" strike="noStrike">
              <a:solidFill>
                <a:srgbClr val="404040"/>
              </a:solidFill>
              <a:latin typeface="Century Gothic"/>
            </a:endParaRPr>
          </a:p>
          <a:p>
            <a:pPr>
              <a:lnSpc>
                <a:spcPct val="100000"/>
              </a:lnSpc>
              <a:spcBef>
                <a:spcPts val="751"/>
              </a:spcBef>
              <a:tabLst>
                <a:tab algn="l" pos="0"/>
              </a:tabLst>
            </a:pPr>
            <a:r>
              <a:rPr b="0" lang="en-US" sz="1600" spc="-1" strike="noStrike">
                <a:solidFill>
                  <a:srgbClr val="404040"/>
                </a:solidFill>
                <a:latin typeface="Century Gothic"/>
              </a:rPr>
              <a:t>If both hosts support SACK, the receiver can explicitly acknowledge which segments (bytes) were received including any discontinuous segments.</a:t>
            </a:r>
            <a:endParaRPr b="0" lang="en-US" sz="1600" spc="-1" strike="noStrike">
              <a:solidFill>
                <a:srgbClr val="404040"/>
              </a:solidFill>
              <a:latin typeface="Century Gothic"/>
            </a:endParaRPr>
          </a:p>
          <a:p>
            <a:pPr>
              <a:lnSpc>
                <a:spcPct val="100000"/>
              </a:lnSpc>
              <a:spcBef>
                <a:spcPts val="751"/>
              </a:spcBef>
              <a:tabLst>
                <a:tab algn="l" pos="0"/>
              </a:tabLst>
            </a:pPr>
            <a:endParaRPr b="0" lang="en-US" sz="1600" spc="-1" strike="noStrike">
              <a:solidFill>
                <a:srgbClr val="404040"/>
              </a:solidFill>
              <a:latin typeface="Century Gothic"/>
            </a:endParaRPr>
          </a:p>
        </p:txBody>
      </p:sp>
      <p:pic>
        <p:nvPicPr>
          <p:cNvPr id="561" name="Picture 3" descr=""/>
          <p:cNvPicPr/>
          <p:nvPr/>
        </p:nvPicPr>
        <p:blipFill>
          <a:blip r:embed="rId1"/>
          <a:srcRect l="6547" t="0" r="11055" b="0"/>
          <a:stretch/>
        </p:blipFill>
        <p:spPr>
          <a:xfrm>
            <a:off x="4455000" y="1114200"/>
            <a:ext cx="4475520" cy="3726360"/>
          </a:xfrm>
          <a:prstGeom prst="rect">
            <a:avLst/>
          </a:prstGeom>
          <a:ln w="0">
            <a:noFill/>
          </a:ln>
        </p:spPr>
      </p:pic>
    </p:spTree>
  </p:cSld>
  <p:transition spd="slow">
    <p:wipe dir="l"/>
  </p:transition>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TextShape 1"/>
          <p:cNvSpPr txBox="1"/>
          <p:nvPr/>
        </p:nvSpPr>
        <p:spPr>
          <a:xfrm>
            <a:off x="1219320" y="288000"/>
            <a:ext cx="7600680" cy="1299600"/>
          </a:xfrm>
          <a:prstGeom prst="rect">
            <a:avLst/>
          </a:prstGeom>
          <a:noFill/>
          <a:ln w="0">
            <a:noFill/>
          </a:ln>
        </p:spPr>
        <p:txBody>
          <a:bodyPr>
            <a:normAutofit/>
          </a:bodyPr>
          <a:p>
            <a:pPr>
              <a:lnSpc>
                <a:spcPct val="100000"/>
              </a:lnSpc>
            </a:pPr>
            <a:r>
              <a:rPr b="0" lang="en-US" sz="1600" spc="-1" strike="noStrike">
                <a:solidFill>
                  <a:srgbClr val="178dbb"/>
                </a:solidFill>
                <a:latin typeface="Century Gothic"/>
              </a:rPr>
              <a:t>Reliability and Flow Control</a:t>
            </a:r>
            <a:br/>
            <a:r>
              <a:rPr b="0" lang="en-US" sz="2700" spc="-1" strike="noStrike">
                <a:solidFill>
                  <a:srgbClr val="178dbb"/>
                </a:solidFill>
                <a:latin typeface="Century Gothic"/>
              </a:rPr>
              <a:t>Video - TCP Reliability – Data Loss and Retransmission</a:t>
            </a:r>
            <a:endParaRPr b="0" lang="en-US" sz="2700" spc="-1" strike="noStrike">
              <a:solidFill>
                <a:srgbClr val="000000"/>
              </a:solidFill>
              <a:latin typeface="Arial"/>
            </a:endParaRPr>
          </a:p>
        </p:txBody>
      </p:sp>
      <p:sp>
        <p:nvSpPr>
          <p:cNvPr id="563" name="TextShape 2"/>
          <p:cNvSpPr txBox="1"/>
          <p:nvPr/>
        </p:nvSpPr>
        <p:spPr>
          <a:xfrm>
            <a:off x="392040" y="2169000"/>
            <a:ext cx="8491680" cy="2721240"/>
          </a:xfrm>
          <a:prstGeom prst="rect">
            <a:avLst/>
          </a:prstGeom>
          <a:noFill/>
          <a:ln w="0">
            <a:noFill/>
          </a:ln>
        </p:spPr>
        <p:txBody>
          <a:bodyPr>
            <a:noAutofit/>
          </a:bodyPr>
          <a:p>
            <a:pPr>
              <a:lnSpc>
                <a:spcPct val="100000"/>
              </a:lnSpc>
              <a:spcBef>
                <a:spcPts val="751"/>
              </a:spcBef>
              <a:tabLst>
                <a:tab algn="l" pos="0"/>
              </a:tabLst>
            </a:pPr>
            <a:r>
              <a:rPr b="0" lang="en-US" sz="1600" spc="-1" strike="noStrike">
                <a:solidFill>
                  <a:srgbClr val="404040"/>
                </a:solidFill>
                <a:latin typeface="Century Gothic"/>
              </a:rPr>
              <a:t>This video shows the process of resending segments that are not initially received by the destination.</a:t>
            </a:r>
            <a:endParaRPr b="0" lang="en-US" sz="1600" spc="-1" strike="noStrike">
              <a:solidFill>
                <a:srgbClr val="404040"/>
              </a:solidFill>
              <a:latin typeface="Century Gothic"/>
            </a:endParaRPr>
          </a:p>
        </p:txBody>
      </p:sp>
    </p:spTree>
  </p:cSld>
  <p:transition spd="slow">
    <p:wipe dir="l"/>
  </p:transition>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TextShape 1"/>
          <p:cNvSpPr txBox="1"/>
          <p:nvPr/>
        </p:nvSpPr>
        <p:spPr>
          <a:xfrm>
            <a:off x="155520" y="1182600"/>
            <a:ext cx="3666600" cy="3509280"/>
          </a:xfrm>
          <a:prstGeom prst="rect">
            <a:avLst/>
          </a:prstGeom>
          <a:noFill/>
          <a:ln w="0">
            <a:noFill/>
          </a:ln>
        </p:spPr>
        <p:txBody>
          <a:bodyPr>
            <a:noAutofit/>
          </a:bodyPr>
          <a:p>
            <a:pPr>
              <a:lnSpc>
                <a:spcPct val="100000"/>
              </a:lnSpc>
              <a:tabLst>
                <a:tab algn="l" pos="0"/>
              </a:tabLst>
            </a:pPr>
            <a:r>
              <a:rPr b="0" lang="en-US" sz="1600" spc="-1" strike="noStrike">
                <a:solidFill>
                  <a:srgbClr val="000000"/>
                </a:solidFill>
                <a:latin typeface="Century Gothic"/>
              </a:rPr>
              <a:t>TCP also provides mechanisms for flow control as follows:</a:t>
            </a:r>
            <a:endParaRPr b="0" lang="en-US" sz="1600" spc="-1" strike="noStrike">
              <a:solidFill>
                <a:srgbClr val="404040"/>
              </a:solidFill>
              <a:latin typeface="Century Gothic"/>
            </a:endParaRPr>
          </a:p>
          <a:p>
            <a:pPr>
              <a:lnSpc>
                <a:spcPct val="100000"/>
              </a:lnSpc>
              <a:tabLst>
                <a:tab algn="l" pos="0"/>
              </a:tabLst>
            </a:pPr>
            <a:endParaRPr b="0" lang="en-US" sz="1600" spc="-1" strike="noStrike">
              <a:solidFill>
                <a:srgbClr val="404040"/>
              </a:solidFill>
              <a:latin typeface="Century Gothic"/>
            </a:endParaRPr>
          </a:p>
          <a:p>
            <a:pPr marL="285840" indent="-285480">
              <a:lnSpc>
                <a:spcPct val="100000"/>
              </a:lnSpc>
              <a:buClr>
                <a:srgbClr val="000000"/>
              </a:buClr>
              <a:buFont typeface="Arial"/>
              <a:buChar char="•"/>
              <a:tabLst>
                <a:tab algn="l" pos="0"/>
              </a:tabLst>
            </a:pPr>
            <a:r>
              <a:rPr b="0" lang="en-US" sz="1600" spc="-1" strike="noStrike">
                <a:solidFill>
                  <a:srgbClr val="000000"/>
                </a:solidFill>
                <a:latin typeface="Century Gothic"/>
              </a:rPr>
              <a:t>Flow control is the amount of data that the destination can receive and process reliably.</a:t>
            </a:r>
            <a:endParaRPr b="0" lang="en-US" sz="1600" spc="-1" strike="noStrike">
              <a:solidFill>
                <a:srgbClr val="404040"/>
              </a:solidFill>
              <a:latin typeface="Century Gothic"/>
            </a:endParaRPr>
          </a:p>
          <a:p>
            <a:pPr>
              <a:lnSpc>
                <a:spcPct val="100000"/>
              </a:lnSpc>
              <a:tabLst>
                <a:tab algn="l" pos="0"/>
              </a:tabLst>
            </a:pPr>
            <a:endParaRPr b="0" lang="en-US" sz="1600" spc="-1" strike="noStrike">
              <a:solidFill>
                <a:srgbClr val="404040"/>
              </a:solidFill>
              <a:latin typeface="Century Gothic"/>
            </a:endParaRPr>
          </a:p>
          <a:p>
            <a:pPr marL="285840" indent="-285480">
              <a:lnSpc>
                <a:spcPct val="100000"/>
              </a:lnSpc>
              <a:buClr>
                <a:srgbClr val="000000"/>
              </a:buClr>
              <a:buFont typeface="Arial"/>
              <a:buChar char="•"/>
              <a:tabLst>
                <a:tab algn="l" pos="0"/>
              </a:tabLst>
            </a:pPr>
            <a:r>
              <a:rPr b="0" lang="en-US" sz="1600" spc="-1" strike="noStrike">
                <a:solidFill>
                  <a:srgbClr val="000000"/>
                </a:solidFill>
                <a:latin typeface="Century Gothic"/>
              </a:rPr>
              <a:t>Flow control helps maintain the reliability of TCP transmission by adjusting the rate of data flow between source and destination for a given session.</a:t>
            </a:r>
            <a:endParaRPr b="0" lang="en-US" sz="1600" spc="-1" strike="noStrike">
              <a:solidFill>
                <a:srgbClr val="404040"/>
              </a:solidFill>
              <a:latin typeface="Century Gothic"/>
            </a:endParaRPr>
          </a:p>
        </p:txBody>
      </p:sp>
      <p:sp>
        <p:nvSpPr>
          <p:cNvPr id="565" name="TextShape 2"/>
          <p:cNvSpPr txBox="1"/>
          <p:nvPr/>
        </p:nvSpPr>
        <p:spPr>
          <a:xfrm>
            <a:off x="326160" y="180000"/>
            <a:ext cx="8345160" cy="731520"/>
          </a:xfrm>
          <a:prstGeom prst="rect">
            <a:avLst/>
          </a:prstGeom>
          <a:noFill/>
          <a:ln w="0">
            <a:noFill/>
          </a:ln>
        </p:spPr>
        <p:txBody>
          <a:bodyPr>
            <a:normAutofit fontScale="55000"/>
          </a:bodyPr>
          <a:p>
            <a:pPr>
              <a:lnSpc>
                <a:spcPct val="100000"/>
              </a:lnSpc>
            </a:pPr>
            <a:r>
              <a:rPr b="0" lang="en-US" sz="1600" spc="-1" strike="noStrike">
                <a:solidFill>
                  <a:srgbClr val="004c69"/>
                </a:solidFill>
                <a:latin typeface="Century Gothic"/>
              </a:rPr>
              <a:t>Reliability and Flow Control</a:t>
            </a:r>
            <a:br/>
            <a:r>
              <a:rPr b="0" lang="en-US" sz="2400" spc="-1" strike="noStrike">
                <a:solidFill>
                  <a:srgbClr val="004c69"/>
                </a:solidFill>
                <a:latin typeface="Century Gothic"/>
              </a:rPr>
              <a:t>TCP Flow Control – Window Size and Acknowledgments</a:t>
            </a:r>
            <a:endParaRPr b="0" lang="en-US" sz="2400" spc="-1" strike="noStrike">
              <a:solidFill>
                <a:srgbClr val="000000"/>
              </a:solidFill>
              <a:latin typeface="Arial"/>
            </a:endParaRPr>
          </a:p>
        </p:txBody>
      </p:sp>
      <p:pic>
        <p:nvPicPr>
          <p:cNvPr id="566" name="Picture 5" descr=""/>
          <p:cNvPicPr/>
          <p:nvPr/>
        </p:nvPicPr>
        <p:blipFill>
          <a:blip r:embed="rId1"/>
          <a:stretch/>
        </p:blipFill>
        <p:spPr>
          <a:xfrm>
            <a:off x="3822480" y="1373040"/>
            <a:ext cx="5194800" cy="33184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TextShape 1"/>
          <p:cNvSpPr txBox="1"/>
          <p:nvPr/>
        </p:nvSpPr>
        <p:spPr>
          <a:xfrm>
            <a:off x="323280" y="956880"/>
            <a:ext cx="4042800" cy="3933720"/>
          </a:xfrm>
          <a:prstGeom prst="rect">
            <a:avLst/>
          </a:prstGeom>
          <a:noFill/>
          <a:ln w="0">
            <a:noFill/>
          </a:ln>
        </p:spPr>
        <p:txBody>
          <a:bodyPr>
            <a:noAutofit/>
          </a:bodyPr>
          <a:p>
            <a:pPr>
              <a:lnSpc>
                <a:spcPct val="100000"/>
              </a:lnSpc>
              <a:tabLst>
                <a:tab algn="l" pos="0"/>
              </a:tabLst>
            </a:pPr>
            <a:r>
              <a:rPr b="0" lang="en-US" sz="1600" spc="-1" strike="noStrike">
                <a:solidFill>
                  <a:srgbClr val="080808"/>
                </a:solidFill>
                <a:latin typeface="Century Gothic"/>
              </a:rPr>
              <a:t>Maximum Segment Size (MSS) is the maximum amount of data that the destination device can receive.</a:t>
            </a:r>
            <a:endParaRPr b="0" lang="en-US" sz="1600" spc="-1" strike="noStrike">
              <a:solidFill>
                <a:srgbClr val="404040"/>
              </a:solidFill>
              <a:latin typeface="Century Gothic"/>
            </a:endParaRPr>
          </a:p>
          <a:p>
            <a:pPr>
              <a:lnSpc>
                <a:spcPct val="100000"/>
              </a:lnSpc>
              <a:tabLst>
                <a:tab algn="l" pos="0"/>
              </a:tabLst>
            </a:pPr>
            <a:endParaRPr b="0" lang="en-US" sz="1600" spc="-1" strike="noStrike">
              <a:solidFill>
                <a:srgbClr val="404040"/>
              </a:solidFill>
              <a:latin typeface="Century Gothic"/>
            </a:endParaRPr>
          </a:p>
          <a:p>
            <a:pPr marL="285840" indent="-285480">
              <a:lnSpc>
                <a:spcPct val="100000"/>
              </a:lnSpc>
              <a:buClr>
                <a:srgbClr val="080808"/>
              </a:buClr>
              <a:buFont typeface="Arial"/>
              <a:buChar char="•"/>
              <a:tabLst>
                <a:tab algn="l" pos="0"/>
              </a:tabLst>
            </a:pPr>
            <a:r>
              <a:rPr b="0" lang="en-US" sz="1600" spc="-1" strike="noStrike">
                <a:solidFill>
                  <a:srgbClr val="080808"/>
                </a:solidFill>
                <a:latin typeface="Century Gothic"/>
              </a:rPr>
              <a:t>A common MSS is 1,460 bytes when using IPv4.</a:t>
            </a:r>
            <a:endParaRPr b="0" lang="en-US" sz="1600" spc="-1" strike="noStrike">
              <a:solidFill>
                <a:srgbClr val="404040"/>
              </a:solidFill>
              <a:latin typeface="Century Gothic"/>
            </a:endParaRPr>
          </a:p>
          <a:p>
            <a:pPr marL="285840" indent="-285480">
              <a:lnSpc>
                <a:spcPct val="100000"/>
              </a:lnSpc>
              <a:buClr>
                <a:srgbClr val="080808"/>
              </a:buClr>
              <a:buFont typeface="Arial"/>
              <a:buChar char="•"/>
              <a:tabLst>
                <a:tab algn="l" pos="0"/>
              </a:tabLst>
            </a:pPr>
            <a:r>
              <a:rPr b="0" lang="en-US" sz="1600" spc="-1" strike="noStrike">
                <a:solidFill>
                  <a:srgbClr val="080808"/>
                </a:solidFill>
                <a:latin typeface="Century Gothic"/>
              </a:rPr>
              <a:t>A host determines the value of its MSS field by subtracting the IP and TCP headers from the Ethernet maximum transmission unit (MTU), which is 1500 bytes be default. </a:t>
            </a:r>
            <a:endParaRPr b="0" lang="en-US" sz="1600" spc="-1" strike="noStrike">
              <a:solidFill>
                <a:srgbClr val="404040"/>
              </a:solidFill>
              <a:latin typeface="Century Gothic"/>
            </a:endParaRPr>
          </a:p>
          <a:p>
            <a:pPr marL="285840" indent="-285480">
              <a:lnSpc>
                <a:spcPct val="100000"/>
              </a:lnSpc>
              <a:buClr>
                <a:srgbClr val="080808"/>
              </a:buClr>
              <a:buFont typeface="Arial"/>
              <a:buChar char="•"/>
              <a:tabLst>
                <a:tab algn="l" pos="0"/>
              </a:tabLst>
            </a:pPr>
            <a:r>
              <a:rPr b="0" lang="en-US" sz="1600" spc="-1" strike="noStrike">
                <a:solidFill>
                  <a:srgbClr val="080808"/>
                </a:solidFill>
                <a:latin typeface="Century Gothic"/>
              </a:rPr>
              <a:t>1500 minus 40 (20 bytes for the IPv4 header and 20 bytes for the TCP header) leaves 1460 bytes.</a:t>
            </a:r>
            <a:endParaRPr b="0" lang="en-US" sz="1600" spc="-1" strike="noStrike">
              <a:solidFill>
                <a:srgbClr val="404040"/>
              </a:solidFill>
              <a:latin typeface="Century Gothic"/>
            </a:endParaRPr>
          </a:p>
        </p:txBody>
      </p:sp>
      <p:sp>
        <p:nvSpPr>
          <p:cNvPr id="568" name="TextShape 2"/>
          <p:cNvSpPr txBox="1"/>
          <p:nvPr/>
        </p:nvSpPr>
        <p:spPr>
          <a:xfrm>
            <a:off x="323280" y="12528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Reliability and Flow Control</a:t>
            </a:r>
            <a:br/>
            <a:r>
              <a:rPr b="0" lang="en-US" sz="2400" spc="-1" strike="noStrike">
                <a:solidFill>
                  <a:srgbClr val="004c69"/>
                </a:solidFill>
                <a:latin typeface="Century Gothic"/>
              </a:rPr>
              <a:t>TCP Flow Control – Maximum Segment Size</a:t>
            </a:r>
            <a:endParaRPr b="0" lang="en-US" sz="2400" spc="-1" strike="noStrike">
              <a:solidFill>
                <a:srgbClr val="000000"/>
              </a:solidFill>
              <a:latin typeface="Arial"/>
            </a:endParaRPr>
          </a:p>
        </p:txBody>
      </p:sp>
      <p:pic>
        <p:nvPicPr>
          <p:cNvPr id="569" name="Picture 5" descr=""/>
          <p:cNvPicPr/>
          <p:nvPr/>
        </p:nvPicPr>
        <p:blipFill>
          <a:blip r:embed="rId1"/>
          <a:stretch/>
        </p:blipFill>
        <p:spPr>
          <a:xfrm>
            <a:off x="4585680" y="894240"/>
            <a:ext cx="4109400" cy="2696760"/>
          </a:xfrm>
          <a:prstGeom prst="rect">
            <a:avLst/>
          </a:prstGeom>
          <a:ln w="0">
            <a:noFill/>
          </a:ln>
        </p:spPr>
      </p:pic>
      <p:pic>
        <p:nvPicPr>
          <p:cNvPr id="570" name="Picture 7" descr=""/>
          <p:cNvPicPr/>
          <p:nvPr/>
        </p:nvPicPr>
        <p:blipFill>
          <a:blip r:embed="rId2"/>
          <a:stretch/>
        </p:blipFill>
        <p:spPr>
          <a:xfrm>
            <a:off x="4613400" y="3628800"/>
            <a:ext cx="3873240" cy="13186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TextShape 1"/>
          <p:cNvSpPr txBox="1"/>
          <p:nvPr/>
        </p:nvSpPr>
        <p:spPr>
          <a:xfrm>
            <a:off x="628200" y="1576800"/>
            <a:ext cx="3388320" cy="3096000"/>
          </a:xfrm>
          <a:prstGeom prst="rect">
            <a:avLst/>
          </a:prstGeom>
          <a:noFill/>
          <a:ln w="0">
            <a:noFill/>
          </a:ln>
        </p:spPr>
        <p:txBody>
          <a:bodyPr>
            <a:noAutofit/>
          </a:bodyPr>
          <a:p>
            <a:pPr>
              <a:lnSpc>
                <a:spcPct val="100000"/>
              </a:lnSpc>
              <a:tabLst>
                <a:tab algn="l" pos="0"/>
              </a:tabLst>
            </a:pPr>
            <a:r>
              <a:rPr b="0" lang="en-US" sz="1600" spc="-1" strike="noStrike">
                <a:solidFill>
                  <a:srgbClr val="000000"/>
                </a:solidFill>
                <a:latin typeface="Century Gothic"/>
              </a:rPr>
              <a:t>When congestion occurs on a network, it results in packets being discarded by the overloaded router.</a:t>
            </a:r>
            <a:endParaRPr b="0" lang="en-US" sz="1600" spc="-1" strike="noStrike">
              <a:solidFill>
                <a:srgbClr val="404040"/>
              </a:solidFill>
              <a:latin typeface="Century Gothic"/>
            </a:endParaRPr>
          </a:p>
          <a:p>
            <a:pPr>
              <a:lnSpc>
                <a:spcPct val="100000"/>
              </a:lnSpc>
              <a:tabLst>
                <a:tab algn="l" pos="0"/>
              </a:tabLst>
            </a:pPr>
            <a:endParaRPr b="0" lang="en-US" sz="1600" spc="-1" strike="noStrike">
              <a:solidFill>
                <a:srgbClr val="404040"/>
              </a:solidFill>
              <a:latin typeface="Century Gothic"/>
            </a:endParaRPr>
          </a:p>
          <a:p>
            <a:pPr>
              <a:lnSpc>
                <a:spcPct val="100000"/>
              </a:lnSpc>
              <a:tabLst>
                <a:tab algn="l" pos="0"/>
              </a:tabLst>
            </a:pPr>
            <a:r>
              <a:rPr b="0" lang="en-US" sz="1600" spc="-1" strike="noStrike">
                <a:solidFill>
                  <a:srgbClr val="000000"/>
                </a:solidFill>
                <a:latin typeface="Century Gothic"/>
              </a:rPr>
              <a:t>To avoid and control congestion, TCP employs several congestion handling mechanisms, timers, and algorithms.</a:t>
            </a:r>
            <a:endParaRPr b="0" lang="en-US" sz="1600" spc="-1" strike="noStrike">
              <a:solidFill>
                <a:srgbClr val="404040"/>
              </a:solidFill>
              <a:latin typeface="Century Gothic"/>
            </a:endParaRPr>
          </a:p>
        </p:txBody>
      </p:sp>
      <p:sp>
        <p:nvSpPr>
          <p:cNvPr id="572" name="TextShape 2"/>
          <p:cNvSpPr txBox="1"/>
          <p:nvPr/>
        </p:nvSpPr>
        <p:spPr>
          <a:xfrm>
            <a:off x="552960" y="34020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Reliability and Flow Control</a:t>
            </a:r>
            <a:br/>
            <a:r>
              <a:rPr b="0" lang="en-US" sz="2400" spc="-1" strike="noStrike">
                <a:solidFill>
                  <a:srgbClr val="004c69"/>
                </a:solidFill>
                <a:latin typeface="Century Gothic"/>
              </a:rPr>
              <a:t>TCP Flow Control – Congestion Avoidance</a:t>
            </a:r>
            <a:endParaRPr b="0" lang="en-US" sz="2400" spc="-1" strike="noStrike">
              <a:solidFill>
                <a:srgbClr val="000000"/>
              </a:solidFill>
              <a:latin typeface="Arial"/>
            </a:endParaRPr>
          </a:p>
        </p:txBody>
      </p:sp>
      <p:pic>
        <p:nvPicPr>
          <p:cNvPr id="573" name="Picture 5" descr=""/>
          <p:cNvPicPr/>
          <p:nvPr/>
        </p:nvPicPr>
        <p:blipFill>
          <a:blip r:embed="rId1"/>
          <a:stretch/>
        </p:blipFill>
        <p:spPr>
          <a:xfrm>
            <a:off x="4172760" y="1576800"/>
            <a:ext cx="4847040" cy="33174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sp>
        <p:nvSpPr>
          <p:cNvPr id="574" name="TextShape 1"/>
          <p:cNvSpPr txBox="1"/>
          <p:nvPr/>
        </p:nvSpPr>
        <p:spPr>
          <a:xfrm>
            <a:off x="416520" y="1788120"/>
            <a:ext cx="7848000" cy="929160"/>
          </a:xfrm>
          <a:prstGeom prst="rect">
            <a:avLst/>
          </a:prstGeom>
          <a:noFill/>
          <a:ln w="0">
            <a:noFill/>
          </a:ln>
        </p:spPr>
        <p:txBody>
          <a:bodyPr anchor="b">
            <a:noAutofit/>
          </a:bodyPr>
          <a:p>
            <a:pPr>
              <a:lnSpc>
                <a:spcPct val="90000"/>
              </a:lnSpc>
              <a:tabLst>
                <a:tab algn="l" pos="0"/>
              </a:tabLst>
            </a:pPr>
            <a:r>
              <a:rPr b="0" lang="en-US" sz="4600" spc="-1" strike="noStrike">
                <a:solidFill>
                  <a:srgbClr val="000000"/>
                </a:solidFill>
                <a:latin typeface="Century Gothic"/>
              </a:rPr>
              <a:t>14.7 UDP Communication</a:t>
            </a:r>
            <a:endParaRPr b="0" lang="en-US" sz="4600" spc="-1" strike="noStrike">
              <a:solidFill>
                <a:srgbClr val="000000"/>
              </a:solidFill>
              <a:latin typeface="Arial"/>
            </a:endParaRPr>
          </a:p>
        </p:txBody>
      </p:sp>
    </p:spTree>
  </p:cSld>
  <p:transition spd="slow">
    <p:wipe dir="l"/>
  </p:transition>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TextShape 1"/>
          <p:cNvSpPr txBox="1"/>
          <p:nvPr/>
        </p:nvSpPr>
        <p:spPr>
          <a:xfrm>
            <a:off x="334440" y="1135440"/>
            <a:ext cx="8345160" cy="731520"/>
          </a:xfrm>
          <a:prstGeom prst="rect">
            <a:avLst/>
          </a:prstGeom>
          <a:noFill/>
          <a:ln w="0">
            <a:noFill/>
          </a:ln>
        </p:spPr>
        <p:txBody>
          <a:bodyPr>
            <a:noAutofit/>
          </a:bodyPr>
          <a:p>
            <a:pPr>
              <a:lnSpc>
                <a:spcPct val="100000"/>
              </a:lnSpc>
              <a:tabLst>
                <a:tab algn="l" pos="0"/>
              </a:tabLst>
            </a:pPr>
            <a:r>
              <a:rPr b="0" lang="en-US" sz="1600" spc="-1" strike="noStrike">
                <a:solidFill>
                  <a:srgbClr val="000000"/>
                </a:solidFill>
                <a:latin typeface="Century Gothic"/>
              </a:rPr>
              <a:t>UDP does not establish a connection. UDP provides low overhead data transport because it has a small datagram header and no network management traffic.</a:t>
            </a:r>
            <a:endParaRPr b="0" lang="en-US" sz="1600" spc="-1" strike="noStrike">
              <a:solidFill>
                <a:srgbClr val="404040"/>
              </a:solidFill>
              <a:latin typeface="Century Gothic"/>
            </a:endParaRPr>
          </a:p>
        </p:txBody>
      </p:sp>
      <p:sp>
        <p:nvSpPr>
          <p:cNvPr id="576" name="TextShape 2"/>
          <p:cNvSpPr txBox="1"/>
          <p:nvPr/>
        </p:nvSpPr>
        <p:spPr>
          <a:xfrm>
            <a:off x="334440" y="20556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UDP Communication</a:t>
            </a:r>
            <a:br/>
            <a:r>
              <a:rPr b="0" lang="en-US" sz="2400" spc="-1" strike="noStrike">
                <a:solidFill>
                  <a:srgbClr val="004c69"/>
                </a:solidFill>
                <a:latin typeface="Century Gothic"/>
              </a:rPr>
              <a:t>UDP Low Overhead versus Reliability</a:t>
            </a:r>
            <a:endParaRPr b="0" lang="en-US" sz="2400" spc="-1" strike="noStrike">
              <a:solidFill>
                <a:srgbClr val="000000"/>
              </a:solidFill>
              <a:latin typeface="Arial"/>
            </a:endParaRPr>
          </a:p>
        </p:txBody>
      </p:sp>
      <p:pic>
        <p:nvPicPr>
          <p:cNvPr id="577" name="Picture 5" descr=""/>
          <p:cNvPicPr/>
          <p:nvPr/>
        </p:nvPicPr>
        <p:blipFill>
          <a:blip r:embed="rId1"/>
          <a:stretch/>
        </p:blipFill>
        <p:spPr>
          <a:xfrm>
            <a:off x="972000" y="1964880"/>
            <a:ext cx="6612840" cy="2968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TextShape 1"/>
          <p:cNvSpPr txBox="1"/>
          <p:nvPr/>
        </p:nvSpPr>
        <p:spPr>
          <a:xfrm>
            <a:off x="294840" y="1203480"/>
            <a:ext cx="3423240" cy="3562560"/>
          </a:xfrm>
          <a:prstGeom prst="rect">
            <a:avLst/>
          </a:prstGeom>
          <a:noFill/>
          <a:ln w="0">
            <a:noFill/>
          </a:ln>
        </p:spPr>
        <p:txBody>
          <a:bodyPr>
            <a:noAutofit/>
          </a:bodyPr>
          <a:p>
            <a:pPr marL="285840" indent="-285480">
              <a:lnSpc>
                <a:spcPct val="100000"/>
              </a:lnSpc>
              <a:buClr>
                <a:srgbClr val="000000"/>
              </a:buClr>
              <a:buFont typeface="Arial"/>
              <a:buChar char="•"/>
            </a:pPr>
            <a:r>
              <a:rPr b="0" lang="en-US" sz="1800" spc="-1" strike="noStrike">
                <a:solidFill>
                  <a:srgbClr val="000000"/>
                </a:solidFill>
                <a:latin typeface="Century Gothic"/>
              </a:rPr>
              <a:t>UDP does not track sequence numbers the way TCP does.</a:t>
            </a:r>
            <a:endParaRPr b="0" lang="en-US" sz="1800" spc="-1" strike="noStrike">
              <a:solidFill>
                <a:srgbClr val="404040"/>
              </a:solidFill>
              <a:latin typeface="Century Gothic"/>
            </a:endParaRPr>
          </a:p>
          <a:p>
            <a:pPr marL="285840" indent="-285480">
              <a:lnSpc>
                <a:spcPct val="100000"/>
              </a:lnSpc>
              <a:buClr>
                <a:srgbClr val="000000"/>
              </a:buClr>
              <a:buFont typeface="Arial"/>
              <a:buChar char="•"/>
            </a:pPr>
            <a:r>
              <a:rPr b="0" lang="en-US" sz="1800" spc="-1" strike="noStrike">
                <a:solidFill>
                  <a:srgbClr val="000000"/>
                </a:solidFill>
                <a:latin typeface="Century Gothic"/>
              </a:rPr>
              <a:t>UDP has no way to reorder the datagrams into their transmission order.</a:t>
            </a:r>
            <a:endParaRPr b="0" lang="en-US" sz="1800" spc="-1" strike="noStrike">
              <a:solidFill>
                <a:srgbClr val="404040"/>
              </a:solidFill>
              <a:latin typeface="Century Gothic"/>
            </a:endParaRPr>
          </a:p>
          <a:p>
            <a:pPr marL="285840" indent="-285480">
              <a:lnSpc>
                <a:spcPct val="100000"/>
              </a:lnSpc>
              <a:buClr>
                <a:srgbClr val="000000"/>
              </a:buClr>
              <a:buFont typeface="Arial"/>
              <a:buChar char="•"/>
            </a:pPr>
            <a:r>
              <a:rPr b="0" lang="en-US" sz="1800" spc="-1" strike="noStrike">
                <a:solidFill>
                  <a:srgbClr val="000000"/>
                </a:solidFill>
                <a:latin typeface="Century Gothic"/>
              </a:rPr>
              <a:t>UDP simply reassembles the data in the order that it was received and forwards it to the application.</a:t>
            </a:r>
            <a:endParaRPr b="0" lang="en-US" sz="1800" spc="-1" strike="noStrike">
              <a:solidFill>
                <a:srgbClr val="404040"/>
              </a:solidFill>
              <a:latin typeface="Century Gothic"/>
            </a:endParaRPr>
          </a:p>
        </p:txBody>
      </p:sp>
      <p:sp>
        <p:nvSpPr>
          <p:cNvPr id="579" name="TextShape 2"/>
          <p:cNvSpPr txBox="1"/>
          <p:nvPr/>
        </p:nvSpPr>
        <p:spPr>
          <a:xfrm>
            <a:off x="294840" y="15912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UDP Communication</a:t>
            </a:r>
            <a:br/>
            <a:r>
              <a:rPr b="0" lang="en-US" sz="2400" spc="-1" strike="noStrike">
                <a:solidFill>
                  <a:srgbClr val="004c69"/>
                </a:solidFill>
                <a:latin typeface="Century Gothic"/>
              </a:rPr>
              <a:t>UDP Datagram Reassembly</a:t>
            </a:r>
            <a:endParaRPr b="0" lang="en-US" sz="2400" spc="-1" strike="noStrike">
              <a:solidFill>
                <a:srgbClr val="000000"/>
              </a:solidFill>
              <a:latin typeface="Arial"/>
            </a:endParaRPr>
          </a:p>
        </p:txBody>
      </p:sp>
      <p:pic>
        <p:nvPicPr>
          <p:cNvPr id="580" name="Picture 5" descr=""/>
          <p:cNvPicPr/>
          <p:nvPr/>
        </p:nvPicPr>
        <p:blipFill>
          <a:blip r:embed="rId1"/>
          <a:stretch/>
        </p:blipFill>
        <p:spPr>
          <a:xfrm>
            <a:off x="3718440" y="1310040"/>
            <a:ext cx="5211720" cy="35308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TextShape 1"/>
          <p:cNvSpPr txBox="1"/>
          <p:nvPr/>
        </p:nvSpPr>
        <p:spPr>
          <a:xfrm>
            <a:off x="405360" y="1317600"/>
            <a:ext cx="3628440" cy="3411360"/>
          </a:xfrm>
          <a:prstGeom prst="rect">
            <a:avLst/>
          </a:prstGeom>
          <a:noFill/>
          <a:ln w="0">
            <a:noFill/>
          </a:ln>
        </p:spPr>
        <p:txBody>
          <a:bodyPr>
            <a:noAutofit/>
          </a:bodyPr>
          <a:p>
            <a:pPr>
              <a:lnSpc>
                <a:spcPct val="100000"/>
              </a:lnSpc>
              <a:tabLst>
                <a:tab algn="l" pos="0"/>
              </a:tabLst>
            </a:pPr>
            <a:r>
              <a:rPr b="0" lang="en-US" sz="1800" spc="-1" strike="noStrike">
                <a:solidFill>
                  <a:srgbClr val="000000"/>
                </a:solidFill>
                <a:latin typeface="Century Gothic"/>
              </a:rPr>
              <a:t>UDP-based server applications are assigned well-known or registered port numbers.</a:t>
            </a:r>
            <a:endParaRPr b="0" lang="en-US" sz="1800" spc="-1" strike="noStrike">
              <a:solidFill>
                <a:srgbClr val="404040"/>
              </a:solidFill>
              <a:latin typeface="Century Gothic"/>
            </a:endParaRPr>
          </a:p>
          <a:p>
            <a:pPr>
              <a:lnSpc>
                <a:spcPct val="100000"/>
              </a:lnSpc>
              <a:tabLst>
                <a:tab algn="l" pos="0"/>
              </a:tabLst>
            </a:pPr>
            <a:endParaRPr b="0" lang="en-US" sz="1800" spc="-1" strike="noStrike">
              <a:solidFill>
                <a:srgbClr val="404040"/>
              </a:solidFill>
              <a:latin typeface="Century Gothic"/>
            </a:endParaRPr>
          </a:p>
          <a:p>
            <a:pPr>
              <a:lnSpc>
                <a:spcPct val="100000"/>
              </a:lnSpc>
              <a:tabLst>
                <a:tab algn="l" pos="0"/>
              </a:tabLst>
            </a:pPr>
            <a:r>
              <a:rPr b="0" lang="en-US" sz="1800" spc="-1" strike="noStrike">
                <a:solidFill>
                  <a:srgbClr val="000000"/>
                </a:solidFill>
                <a:latin typeface="Century Gothic"/>
              </a:rPr>
              <a:t>UDP receives a datagram destined for one of these ports, it forwards the application data to the appropriate application based on its port number</a:t>
            </a:r>
            <a:r>
              <a:rPr b="0" lang="en-US" sz="1600" spc="-1" strike="noStrike">
                <a:solidFill>
                  <a:srgbClr val="000000"/>
                </a:solidFill>
                <a:latin typeface="Century Gothic"/>
              </a:rPr>
              <a:t>.</a:t>
            </a:r>
            <a:endParaRPr b="0" lang="en-US" sz="1600" spc="-1" strike="noStrike">
              <a:solidFill>
                <a:srgbClr val="404040"/>
              </a:solidFill>
              <a:latin typeface="Century Gothic"/>
            </a:endParaRPr>
          </a:p>
        </p:txBody>
      </p:sp>
      <p:sp>
        <p:nvSpPr>
          <p:cNvPr id="582" name="TextShape 2"/>
          <p:cNvSpPr txBox="1"/>
          <p:nvPr/>
        </p:nvSpPr>
        <p:spPr>
          <a:xfrm>
            <a:off x="405360" y="29772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UDP Communication</a:t>
            </a:r>
            <a:br/>
            <a:r>
              <a:rPr b="0" lang="en-US" sz="2400" spc="-1" strike="noStrike">
                <a:solidFill>
                  <a:srgbClr val="004c69"/>
                </a:solidFill>
                <a:latin typeface="Century Gothic"/>
              </a:rPr>
              <a:t>UDP Server </a:t>
            </a:r>
            <a:r>
              <a:rPr b="0" lang="en-US" sz="2400" spc="-1" strike="noStrike">
                <a:solidFill>
                  <a:srgbClr val="004c69"/>
                </a:solidFill>
                <a:latin typeface="Century Gothic"/>
              </a:rPr>
              <a:t>Processes and </a:t>
            </a:r>
            <a:r>
              <a:rPr b="0" lang="en-US" sz="2400" spc="-1" strike="noStrike">
                <a:solidFill>
                  <a:srgbClr val="004c69"/>
                </a:solidFill>
                <a:latin typeface="Century Gothic"/>
              </a:rPr>
              <a:t>Requests</a:t>
            </a:r>
            <a:endParaRPr b="0" lang="en-US" sz="2400" spc="-1" strike="noStrike">
              <a:solidFill>
                <a:srgbClr val="000000"/>
              </a:solidFill>
              <a:latin typeface="Arial"/>
            </a:endParaRPr>
          </a:p>
        </p:txBody>
      </p:sp>
      <p:pic>
        <p:nvPicPr>
          <p:cNvPr id="583" name="Picture 5" descr=""/>
          <p:cNvPicPr/>
          <p:nvPr/>
        </p:nvPicPr>
        <p:blipFill>
          <a:blip r:embed="rId1"/>
          <a:stretch/>
        </p:blipFill>
        <p:spPr>
          <a:xfrm>
            <a:off x="4172760" y="1760760"/>
            <a:ext cx="4866480" cy="2968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TextShape 1"/>
          <p:cNvSpPr txBox="1"/>
          <p:nvPr/>
        </p:nvSpPr>
        <p:spPr>
          <a:xfrm>
            <a:off x="185760" y="941400"/>
            <a:ext cx="3628440" cy="3992040"/>
          </a:xfrm>
          <a:prstGeom prst="rect">
            <a:avLst/>
          </a:prstGeom>
          <a:noFill/>
          <a:ln w="0">
            <a:noFill/>
          </a:ln>
        </p:spPr>
        <p:txBody>
          <a:bodyPr>
            <a:noAutofit/>
          </a:bodyPr>
          <a:p>
            <a:pPr marL="285840" indent="-285480">
              <a:lnSpc>
                <a:spcPct val="100000"/>
              </a:lnSpc>
              <a:buClr>
                <a:srgbClr val="000000"/>
              </a:buClr>
              <a:buFont typeface="Arial"/>
              <a:buChar char="•"/>
            </a:pPr>
            <a:r>
              <a:rPr b="0" lang="en-US" sz="1600" spc="-1" strike="noStrike">
                <a:solidFill>
                  <a:srgbClr val="000000"/>
                </a:solidFill>
                <a:latin typeface="Century Gothic"/>
              </a:rPr>
              <a:t>The UDP client process dynamically selects a port number from the range of port numbers and uses this as the source port for the conversation.</a:t>
            </a:r>
            <a:endParaRPr b="0" lang="en-US" sz="1600" spc="-1" strike="noStrike">
              <a:solidFill>
                <a:srgbClr val="404040"/>
              </a:solidFill>
              <a:latin typeface="Century Gothic"/>
            </a:endParaRPr>
          </a:p>
          <a:p>
            <a:pPr marL="285840" indent="-285480">
              <a:lnSpc>
                <a:spcPct val="100000"/>
              </a:lnSpc>
              <a:buClr>
                <a:srgbClr val="000000"/>
              </a:buClr>
              <a:buFont typeface="Arial"/>
              <a:buChar char="•"/>
            </a:pPr>
            <a:r>
              <a:rPr b="0" lang="en-US" sz="1600" spc="-1" strike="noStrike">
                <a:solidFill>
                  <a:srgbClr val="000000"/>
                </a:solidFill>
                <a:latin typeface="Century Gothic"/>
              </a:rPr>
              <a:t>The destination port is usually the well-known or registered port number assigned to the server process.</a:t>
            </a:r>
            <a:endParaRPr b="0" lang="en-US" sz="1600" spc="-1" strike="noStrike">
              <a:solidFill>
                <a:srgbClr val="404040"/>
              </a:solidFill>
              <a:latin typeface="Century Gothic"/>
            </a:endParaRPr>
          </a:p>
          <a:p>
            <a:pPr marL="285840" indent="-285480">
              <a:lnSpc>
                <a:spcPct val="100000"/>
              </a:lnSpc>
              <a:buClr>
                <a:srgbClr val="000000"/>
              </a:buClr>
              <a:buFont typeface="Arial"/>
              <a:buChar char="•"/>
            </a:pPr>
            <a:r>
              <a:rPr b="0" lang="en-US" sz="1600" spc="-1" strike="noStrike">
                <a:solidFill>
                  <a:srgbClr val="000000"/>
                </a:solidFill>
                <a:latin typeface="Century Gothic"/>
              </a:rPr>
              <a:t>After a client has selected the source and destination ports, the same pair of ports are used in the header of all datagrams in the transaction.</a:t>
            </a:r>
            <a:endParaRPr b="0" lang="en-US" sz="1600" spc="-1" strike="noStrike">
              <a:solidFill>
                <a:srgbClr val="404040"/>
              </a:solidFill>
              <a:latin typeface="Century Gothic"/>
            </a:endParaRPr>
          </a:p>
        </p:txBody>
      </p:sp>
      <p:sp>
        <p:nvSpPr>
          <p:cNvPr id="585" name="TextShape 2"/>
          <p:cNvSpPr txBox="1"/>
          <p:nvPr/>
        </p:nvSpPr>
        <p:spPr>
          <a:xfrm>
            <a:off x="432360" y="121320"/>
            <a:ext cx="8345160" cy="731520"/>
          </a:xfrm>
          <a:prstGeom prst="rect">
            <a:avLst/>
          </a:prstGeom>
          <a:noFill/>
          <a:ln w="0">
            <a:noFill/>
          </a:ln>
        </p:spPr>
        <p:txBody>
          <a:bodyPr>
            <a:noAutofit/>
          </a:bodyPr>
          <a:p>
            <a:pPr>
              <a:lnSpc>
                <a:spcPct val="100000"/>
              </a:lnSpc>
            </a:pPr>
            <a:r>
              <a:rPr b="0" lang="en-US" sz="1600" spc="-1" strike="noStrike">
                <a:solidFill>
                  <a:srgbClr val="004c69"/>
                </a:solidFill>
                <a:latin typeface="Century Gothic"/>
              </a:rPr>
              <a:t>UDP Communication</a:t>
            </a:r>
            <a:br/>
            <a:r>
              <a:rPr b="0" lang="en-US" sz="2400" spc="-1" strike="noStrike">
                <a:solidFill>
                  <a:srgbClr val="004c69"/>
                </a:solidFill>
                <a:latin typeface="Century Gothic"/>
              </a:rPr>
              <a:t>UDP Client Processes</a:t>
            </a:r>
            <a:endParaRPr b="0" lang="en-US" sz="2400" spc="-1" strike="noStrike">
              <a:solidFill>
                <a:srgbClr val="000000"/>
              </a:solidFill>
              <a:latin typeface="Arial"/>
            </a:endParaRPr>
          </a:p>
        </p:txBody>
      </p:sp>
      <p:pic>
        <p:nvPicPr>
          <p:cNvPr id="586" name="Picture 5" descr=""/>
          <p:cNvPicPr/>
          <p:nvPr/>
        </p:nvPicPr>
        <p:blipFill>
          <a:blip r:embed="rId1"/>
          <a:stretch/>
        </p:blipFill>
        <p:spPr>
          <a:xfrm>
            <a:off x="3814560" y="1496880"/>
            <a:ext cx="5015520" cy="28803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sp>
        <p:nvSpPr>
          <p:cNvPr id="587" name="TextShape 1"/>
          <p:cNvSpPr txBox="1"/>
          <p:nvPr/>
        </p:nvSpPr>
        <p:spPr>
          <a:xfrm>
            <a:off x="416520" y="1747440"/>
            <a:ext cx="8280000" cy="1746720"/>
          </a:xfrm>
          <a:prstGeom prst="rect">
            <a:avLst/>
          </a:prstGeom>
          <a:noFill/>
          <a:ln w="0">
            <a:noFill/>
          </a:ln>
        </p:spPr>
        <p:txBody>
          <a:bodyPr anchor="b">
            <a:noAutofit/>
          </a:bodyPr>
          <a:p>
            <a:pPr>
              <a:lnSpc>
                <a:spcPct val="90000"/>
              </a:lnSpc>
              <a:tabLst>
                <a:tab algn="l" pos="0"/>
              </a:tabLst>
            </a:pPr>
            <a:r>
              <a:rPr b="0" lang="en-US" sz="4600" spc="-1" strike="noStrike">
                <a:solidFill>
                  <a:srgbClr val="000000"/>
                </a:solidFill>
                <a:latin typeface="Century Gothic"/>
              </a:rPr>
              <a:t>14.8 Chapter Practice and Quiz</a:t>
            </a:r>
            <a:endParaRPr b="0" lang="en-US" sz="4600" spc="-1" strike="noStrike">
              <a:solidFill>
                <a:srgbClr val="000000"/>
              </a:solidFill>
              <a:latin typeface="Arial"/>
            </a:endParaRPr>
          </a:p>
        </p:txBody>
      </p:sp>
    </p:spTree>
  </p:cSld>
  <p:transition spd="slow">
    <p:wipe dir="l"/>
  </p:transition>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TextShape 1"/>
          <p:cNvSpPr txBox="1"/>
          <p:nvPr/>
        </p:nvSpPr>
        <p:spPr>
          <a:xfrm>
            <a:off x="1290240" y="394920"/>
            <a:ext cx="6244560" cy="1072080"/>
          </a:xfrm>
          <a:prstGeom prst="rect">
            <a:avLst/>
          </a:prstGeom>
          <a:noFill/>
          <a:ln w="0">
            <a:noFill/>
          </a:ln>
        </p:spPr>
        <p:txBody>
          <a:bodyPr>
            <a:normAutofit fontScale="57000"/>
          </a:bodyPr>
          <a:p>
            <a:pPr>
              <a:lnSpc>
                <a:spcPct val="100000"/>
              </a:lnSpc>
            </a:pPr>
            <a:r>
              <a:rPr b="0" lang="en-US" sz="1400" spc="-1" strike="noStrike">
                <a:solidFill>
                  <a:srgbClr val="178dbb"/>
                </a:solidFill>
                <a:latin typeface="Arial"/>
              </a:rPr>
              <a:t>Chapter Practice and Quiz</a:t>
            </a:r>
            <a:br/>
            <a:r>
              <a:rPr b="0" lang="en-US" sz="2700" spc="-1" strike="noStrike">
                <a:solidFill>
                  <a:srgbClr val="178dbb"/>
                </a:solidFill>
                <a:latin typeface="Arial"/>
              </a:rPr>
              <a:t>eNSP &amp; </a:t>
            </a:r>
            <a:r>
              <a:rPr b="0" lang="en-US" sz="2700" spc="-1" strike="noStrike">
                <a:solidFill>
                  <a:srgbClr val="178dbb"/>
                </a:solidFill>
                <a:latin typeface="Century Gothic"/>
              </a:rPr>
              <a:t>Packet Tracer - TCP and UDP Communications</a:t>
            </a:r>
            <a:br/>
            <a:endParaRPr b="0" lang="en-US" sz="2700" spc="-1" strike="noStrike">
              <a:solidFill>
                <a:srgbClr val="000000"/>
              </a:solidFill>
              <a:latin typeface="Arial"/>
            </a:endParaRPr>
          </a:p>
        </p:txBody>
      </p:sp>
      <p:sp>
        <p:nvSpPr>
          <p:cNvPr id="589" name="TextShape 2"/>
          <p:cNvSpPr txBox="1"/>
          <p:nvPr/>
        </p:nvSpPr>
        <p:spPr>
          <a:xfrm>
            <a:off x="1941840" y="1600200"/>
            <a:ext cx="6686280" cy="2832840"/>
          </a:xfrm>
          <a:prstGeom prst="rect">
            <a:avLst/>
          </a:prstGeom>
          <a:noFill/>
          <a:ln w="0">
            <a:noFill/>
          </a:ln>
        </p:spPr>
        <p:txBody>
          <a:bodyPr>
            <a:noAutofit/>
          </a:bodyPr>
          <a:p>
            <a:pPr>
              <a:lnSpc>
                <a:spcPct val="100000"/>
              </a:lnSpc>
              <a:tabLst>
                <a:tab algn="l" pos="0"/>
              </a:tabLst>
            </a:pPr>
            <a:r>
              <a:rPr b="0" lang="en-US" sz="1600" spc="-1" strike="noStrike">
                <a:solidFill>
                  <a:srgbClr val="404040"/>
                </a:solidFill>
                <a:latin typeface="Century Gothic"/>
              </a:rPr>
              <a:t>In this eNSP or Packet Tracer, you will do the following:</a:t>
            </a:r>
            <a:endParaRPr b="0" lang="en-US" sz="1600" spc="-1" strike="noStrike">
              <a:solidFill>
                <a:srgbClr val="404040"/>
              </a:solidFill>
              <a:latin typeface="Century Gothic"/>
            </a:endParaRPr>
          </a:p>
          <a:p>
            <a:pPr>
              <a:lnSpc>
                <a:spcPct val="100000"/>
              </a:lnSpc>
              <a:tabLst>
                <a:tab algn="l" pos="0"/>
              </a:tabLst>
            </a:pPr>
            <a:endParaRPr b="0" lang="en-US" sz="1600" spc="-1" strike="noStrike">
              <a:solidFill>
                <a:srgbClr val="404040"/>
              </a:solidFill>
              <a:latin typeface="Century Gothic"/>
            </a:endParaRPr>
          </a:p>
          <a:p>
            <a:pPr marL="257040" indent="-256680">
              <a:lnSpc>
                <a:spcPct val="100000"/>
              </a:lnSpc>
              <a:spcBef>
                <a:spcPts val="751"/>
              </a:spcBef>
              <a:buClr>
                <a:srgbClr val="353535"/>
              </a:buClr>
              <a:buFont typeface="Wingdings 3" charset="2"/>
              <a:buChar char=""/>
              <a:tabLst>
                <a:tab algn="l" pos="0"/>
              </a:tabLst>
            </a:pPr>
            <a:r>
              <a:rPr b="0" lang="en-US" sz="1600" spc="-1" strike="noStrike">
                <a:solidFill>
                  <a:srgbClr val="404040"/>
                </a:solidFill>
                <a:latin typeface="Century Gothic"/>
              </a:rPr>
              <a:t>Generate Network Traffic in Simulation Mode.</a:t>
            </a:r>
            <a:endParaRPr b="0" lang="en-US" sz="1600" spc="-1" strike="noStrike">
              <a:solidFill>
                <a:srgbClr val="404040"/>
              </a:solidFill>
              <a:latin typeface="Century Gothic"/>
            </a:endParaRPr>
          </a:p>
          <a:p>
            <a:pPr marL="257040" indent="-256680">
              <a:lnSpc>
                <a:spcPct val="100000"/>
              </a:lnSpc>
              <a:spcBef>
                <a:spcPts val="751"/>
              </a:spcBef>
              <a:buClr>
                <a:srgbClr val="353535"/>
              </a:buClr>
              <a:buFont typeface="Wingdings 3" charset="2"/>
              <a:buChar char=""/>
              <a:tabLst>
                <a:tab algn="l" pos="0"/>
              </a:tabLst>
            </a:pPr>
            <a:r>
              <a:rPr b="0" lang="en-US" sz="1600" spc="-1" strike="noStrike">
                <a:solidFill>
                  <a:srgbClr val="404040"/>
                </a:solidFill>
                <a:latin typeface="Century Gothic"/>
              </a:rPr>
              <a:t>Examine the Functionality of the TCP and UDP Protocols.</a:t>
            </a:r>
            <a:endParaRPr b="0" lang="en-US" sz="1600" spc="-1" strike="noStrike">
              <a:solidFill>
                <a:srgbClr val="404040"/>
              </a:solidFill>
              <a:latin typeface="Century Gothic"/>
            </a:endParaRPr>
          </a:p>
        </p:txBody>
      </p:sp>
    </p:spTree>
  </p:cSld>
  <p:transition spd="slow">
    <p:wipe dir="l"/>
  </p:transition>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TextShape 1"/>
          <p:cNvSpPr txBox="1"/>
          <p:nvPr/>
        </p:nvSpPr>
        <p:spPr>
          <a:xfrm>
            <a:off x="1944720" y="468000"/>
            <a:ext cx="6683400" cy="960480"/>
          </a:xfrm>
          <a:prstGeom prst="rect">
            <a:avLst/>
          </a:prstGeom>
          <a:noFill/>
          <a:ln w="0">
            <a:noFill/>
          </a:ln>
        </p:spPr>
        <p:txBody>
          <a:bodyPr>
            <a:noAutofit/>
          </a:bodyPr>
          <a:p>
            <a:pPr>
              <a:lnSpc>
                <a:spcPct val="100000"/>
              </a:lnSpc>
            </a:pPr>
            <a:r>
              <a:rPr b="0" lang="en-US" sz="1400" spc="-1" strike="noStrike">
                <a:solidFill>
                  <a:srgbClr val="178dbb"/>
                </a:solidFill>
                <a:latin typeface="Arial"/>
              </a:rPr>
              <a:t>Chapter Practice and Quiz</a:t>
            </a:r>
            <a:br/>
            <a:r>
              <a:rPr b="0" lang="en-US" sz="2700" spc="-1" strike="noStrike">
                <a:solidFill>
                  <a:srgbClr val="178dbb"/>
                </a:solidFill>
                <a:latin typeface="Arial"/>
              </a:rPr>
              <a:t>What did I learn in this Chapter?</a:t>
            </a:r>
            <a:endParaRPr b="0" lang="en-US" sz="2700" spc="-1" strike="noStrike">
              <a:solidFill>
                <a:srgbClr val="000000"/>
              </a:solidFill>
              <a:latin typeface="Arial"/>
            </a:endParaRPr>
          </a:p>
        </p:txBody>
      </p:sp>
      <p:sp>
        <p:nvSpPr>
          <p:cNvPr id="591" name="TextShape 2"/>
          <p:cNvSpPr txBox="1"/>
          <p:nvPr/>
        </p:nvSpPr>
        <p:spPr>
          <a:xfrm>
            <a:off x="1396440" y="1600200"/>
            <a:ext cx="7231680" cy="3134520"/>
          </a:xfrm>
          <a:prstGeom prst="rect">
            <a:avLst/>
          </a:prstGeom>
          <a:noFill/>
          <a:ln w="0">
            <a:noFill/>
          </a:ln>
        </p:spPr>
        <p:txBody>
          <a:bodyPr>
            <a:normAutofit fontScale="78000"/>
          </a:bodyPr>
          <a:p>
            <a:pPr marL="257040" indent="-256680">
              <a:lnSpc>
                <a:spcPct val="100000"/>
              </a:lnSpc>
              <a:buClr>
                <a:srgbClr val="353535"/>
              </a:buClr>
              <a:buFont typeface="Arial"/>
              <a:buChar char="•"/>
            </a:pPr>
            <a:r>
              <a:rPr b="0" lang="en-US" sz="1350" spc="-1" strike="noStrike">
                <a:solidFill>
                  <a:srgbClr val="404040"/>
                </a:solidFill>
                <a:latin typeface="Century Gothic"/>
              </a:rPr>
              <a:t>The transport layer is the link between the application layer and the lower layers that are responsible for network transmission.</a:t>
            </a:r>
            <a:endParaRPr b="0" lang="en-US" sz="1350" spc="-1" strike="noStrike">
              <a:solidFill>
                <a:srgbClr val="404040"/>
              </a:solidFill>
              <a:latin typeface="Century Gothic"/>
            </a:endParaRPr>
          </a:p>
          <a:p>
            <a:pPr marL="257040" indent="-256680">
              <a:lnSpc>
                <a:spcPct val="100000"/>
              </a:lnSpc>
              <a:buClr>
                <a:srgbClr val="353535"/>
              </a:buClr>
              <a:buFont typeface="Arial"/>
              <a:buChar char="•"/>
            </a:pPr>
            <a:r>
              <a:rPr b="0" lang="en-US" sz="1350" spc="-1" strike="noStrike">
                <a:solidFill>
                  <a:srgbClr val="404040"/>
                </a:solidFill>
                <a:latin typeface="Century Gothic"/>
              </a:rPr>
              <a:t>The transport layer includes TCP and UDP.</a:t>
            </a:r>
            <a:endParaRPr b="0" lang="en-US" sz="1350" spc="-1" strike="noStrike">
              <a:solidFill>
                <a:srgbClr val="404040"/>
              </a:solidFill>
              <a:latin typeface="Century Gothic"/>
            </a:endParaRPr>
          </a:p>
          <a:p>
            <a:pPr marL="257040" indent="-256680">
              <a:lnSpc>
                <a:spcPct val="100000"/>
              </a:lnSpc>
              <a:buClr>
                <a:srgbClr val="353535"/>
              </a:buClr>
              <a:buFont typeface="Arial"/>
              <a:buChar char="•"/>
            </a:pPr>
            <a:r>
              <a:rPr b="0" lang="en-US" sz="1350" spc="-1" strike="noStrike">
                <a:solidFill>
                  <a:srgbClr val="404040"/>
                </a:solidFill>
                <a:latin typeface="Century Gothic"/>
              </a:rPr>
              <a:t>TCP establishes sessions, ensures reliability, provides same-order delivery, and supports flow control.</a:t>
            </a:r>
            <a:endParaRPr b="0" lang="en-US" sz="1350" spc="-1" strike="noStrike">
              <a:solidFill>
                <a:srgbClr val="404040"/>
              </a:solidFill>
              <a:latin typeface="Century Gothic"/>
            </a:endParaRPr>
          </a:p>
          <a:p>
            <a:pPr marL="257040" indent="-256680">
              <a:lnSpc>
                <a:spcPct val="100000"/>
              </a:lnSpc>
              <a:buClr>
                <a:srgbClr val="353535"/>
              </a:buClr>
              <a:buFont typeface="Arial"/>
              <a:buChar char="•"/>
            </a:pPr>
            <a:r>
              <a:rPr b="0" lang="en-US" sz="1350" spc="-1" strike="noStrike">
                <a:solidFill>
                  <a:srgbClr val="404040"/>
                </a:solidFill>
                <a:latin typeface="Century Gothic"/>
              </a:rPr>
              <a:t>UDP is a simple protocol that provides the basic transport layer functions.</a:t>
            </a:r>
            <a:endParaRPr b="0" lang="en-US" sz="1350" spc="-1" strike="noStrike">
              <a:solidFill>
                <a:srgbClr val="404040"/>
              </a:solidFill>
              <a:latin typeface="Century Gothic"/>
            </a:endParaRPr>
          </a:p>
          <a:p>
            <a:pPr marL="257040" indent="-256680">
              <a:lnSpc>
                <a:spcPct val="100000"/>
              </a:lnSpc>
              <a:buClr>
                <a:srgbClr val="353535"/>
              </a:buClr>
              <a:buFont typeface="Arial"/>
              <a:buChar char="•"/>
            </a:pPr>
            <a:r>
              <a:rPr b="0" lang="en-US" sz="1350" spc="-1" strike="noStrike">
                <a:solidFill>
                  <a:srgbClr val="404040"/>
                </a:solidFill>
                <a:latin typeface="Century Gothic"/>
              </a:rPr>
              <a:t>UDP reconstructs data in the order it is received, lost segments are not resent, no session establishment, and UPD does not inform the sender of resource availability.</a:t>
            </a:r>
            <a:endParaRPr b="0" lang="en-US" sz="1350" spc="-1" strike="noStrike">
              <a:solidFill>
                <a:srgbClr val="404040"/>
              </a:solidFill>
              <a:latin typeface="Century Gothic"/>
            </a:endParaRPr>
          </a:p>
          <a:p>
            <a:pPr marL="257040" indent="-256680">
              <a:lnSpc>
                <a:spcPct val="100000"/>
              </a:lnSpc>
              <a:buClr>
                <a:srgbClr val="353535"/>
              </a:buClr>
              <a:buFont typeface="Arial"/>
              <a:buChar char="•"/>
            </a:pPr>
            <a:r>
              <a:rPr b="0" lang="en-US" sz="1350" spc="-1" strike="noStrike">
                <a:solidFill>
                  <a:srgbClr val="404040"/>
                </a:solidFill>
                <a:latin typeface="Century Gothic"/>
              </a:rPr>
              <a:t>The TCP and UDP transport layer protocols use port numbers to manage multiple simultaneous conversations. </a:t>
            </a:r>
            <a:endParaRPr b="0" lang="en-US" sz="1350" spc="-1" strike="noStrike">
              <a:solidFill>
                <a:srgbClr val="404040"/>
              </a:solidFill>
              <a:latin typeface="Century Gothic"/>
            </a:endParaRPr>
          </a:p>
          <a:p>
            <a:pPr marL="257040" indent="-256680">
              <a:lnSpc>
                <a:spcPct val="100000"/>
              </a:lnSpc>
              <a:buClr>
                <a:srgbClr val="353535"/>
              </a:buClr>
              <a:buFont typeface="Arial"/>
              <a:buChar char="•"/>
            </a:pPr>
            <a:r>
              <a:rPr b="0" lang="en-US" sz="1350" spc="-1" strike="noStrike">
                <a:solidFill>
                  <a:srgbClr val="404040"/>
                </a:solidFill>
                <a:latin typeface="Century Gothic"/>
              </a:rPr>
              <a:t>Each application process running on a server is configured to use a port number.</a:t>
            </a:r>
            <a:endParaRPr b="0" lang="en-US" sz="1350" spc="-1" strike="noStrike">
              <a:solidFill>
                <a:srgbClr val="404040"/>
              </a:solidFill>
              <a:latin typeface="Century Gothic"/>
            </a:endParaRPr>
          </a:p>
          <a:p>
            <a:pPr marL="257040" indent="-256680">
              <a:lnSpc>
                <a:spcPct val="100000"/>
              </a:lnSpc>
              <a:buClr>
                <a:srgbClr val="353535"/>
              </a:buClr>
              <a:buFont typeface="Arial"/>
              <a:buChar char="•"/>
            </a:pPr>
            <a:r>
              <a:rPr b="0" lang="en-US" sz="1350" spc="-1" strike="noStrike">
                <a:solidFill>
                  <a:srgbClr val="404040"/>
                </a:solidFill>
                <a:latin typeface="Century Gothic"/>
              </a:rPr>
              <a:t>The port number is either automatically assigned or configured manually by a system administrator.</a:t>
            </a:r>
            <a:endParaRPr b="0" lang="en-US" sz="1350" spc="-1" strike="noStrike">
              <a:solidFill>
                <a:srgbClr val="404040"/>
              </a:solidFill>
              <a:latin typeface="Century Gothic"/>
            </a:endParaRPr>
          </a:p>
          <a:p>
            <a:pPr marL="257040" indent="-256680">
              <a:lnSpc>
                <a:spcPct val="100000"/>
              </a:lnSpc>
              <a:buClr>
                <a:srgbClr val="353535"/>
              </a:buClr>
              <a:buFont typeface="Arial"/>
              <a:buChar char="•"/>
            </a:pPr>
            <a:r>
              <a:rPr b="0" lang="en-US" sz="1350" spc="-1" strike="noStrike">
                <a:solidFill>
                  <a:srgbClr val="404040"/>
                </a:solidFill>
                <a:latin typeface="Century Gothic"/>
              </a:rPr>
              <a:t>For the original message to be understood by the recipient, all the data must be received and the data in these segments must be reassembled into the original order.</a:t>
            </a:r>
            <a:endParaRPr b="0" lang="en-US" sz="1350" spc="-1" strike="noStrike">
              <a:solidFill>
                <a:srgbClr val="404040"/>
              </a:solidFill>
              <a:latin typeface="Century Gothic"/>
            </a:endParaRPr>
          </a:p>
          <a:p>
            <a:pPr>
              <a:lnSpc>
                <a:spcPct val="100000"/>
              </a:lnSpc>
            </a:pPr>
            <a:endParaRPr b="0" lang="en-US" sz="1350" spc="-1" strike="noStrike">
              <a:solidFill>
                <a:srgbClr val="404040"/>
              </a:solidFill>
              <a:latin typeface="Century Gothic"/>
            </a:endParaRPr>
          </a:p>
        </p:txBody>
      </p:sp>
    </p:spTree>
  </p:cSld>
  <p:transition spd="slow">
    <p:wipe dir="l"/>
  </p:transition>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TextShape 1"/>
          <p:cNvSpPr txBox="1"/>
          <p:nvPr/>
        </p:nvSpPr>
        <p:spPr>
          <a:xfrm>
            <a:off x="1944720" y="468000"/>
            <a:ext cx="6683400" cy="960480"/>
          </a:xfrm>
          <a:prstGeom prst="rect">
            <a:avLst/>
          </a:prstGeom>
          <a:noFill/>
          <a:ln w="0">
            <a:noFill/>
          </a:ln>
        </p:spPr>
        <p:txBody>
          <a:bodyPr>
            <a:noAutofit/>
          </a:bodyPr>
          <a:p>
            <a:pPr>
              <a:lnSpc>
                <a:spcPct val="100000"/>
              </a:lnSpc>
            </a:pPr>
            <a:r>
              <a:rPr b="0" lang="en-US" sz="1400" spc="-1" strike="noStrike">
                <a:solidFill>
                  <a:srgbClr val="178dbb"/>
                </a:solidFill>
                <a:latin typeface="Arial"/>
              </a:rPr>
              <a:t>Chapter Practice and Quiz</a:t>
            </a:r>
            <a:br/>
            <a:r>
              <a:rPr b="0" lang="en-US" sz="2700" spc="-1" strike="noStrike">
                <a:solidFill>
                  <a:srgbClr val="178dbb"/>
                </a:solidFill>
                <a:latin typeface="Arial"/>
              </a:rPr>
              <a:t>What did I learn in this Chapter (Cont.)?</a:t>
            </a:r>
            <a:endParaRPr b="0" lang="en-US" sz="2700" spc="-1" strike="noStrike">
              <a:solidFill>
                <a:srgbClr val="000000"/>
              </a:solidFill>
              <a:latin typeface="Arial"/>
            </a:endParaRPr>
          </a:p>
        </p:txBody>
      </p:sp>
      <p:sp>
        <p:nvSpPr>
          <p:cNvPr id="593" name="TextShape 2"/>
          <p:cNvSpPr txBox="1"/>
          <p:nvPr/>
        </p:nvSpPr>
        <p:spPr>
          <a:xfrm>
            <a:off x="1375200" y="1600200"/>
            <a:ext cx="7252920" cy="3219480"/>
          </a:xfrm>
          <a:prstGeom prst="rect">
            <a:avLst/>
          </a:prstGeom>
          <a:noFill/>
          <a:ln w="0">
            <a:noFill/>
          </a:ln>
        </p:spPr>
        <p:txBody>
          <a:bodyPr>
            <a:normAutofit/>
          </a:bodyPr>
          <a:p>
            <a:pPr marL="257040" indent="-256680">
              <a:lnSpc>
                <a:spcPct val="100000"/>
              </a:lnSpc>
              <a:buClr>
                <a:srgbClr val="353535"/>
              </a:buClr>
              <a:buFont typeface="Arial"/>
              <a:buChar char="•"/>
            </a:pPr>
            <a:r>
              <a:rPr b="0" lang="en-US" sz="1600" spc="-1" strike="noStrike">
                <a:solidFill>
                  <a:srgbClr val="404040"/>
                </a:solidFill>
                <a:latin typeface="Century Gothic"/>
              </a:rPr>
              <a:t>Sequence numbers are assigned in the header of each packet.</a:t>
            </a:r>
            <a:endParaRPr b="0" lang="en-US" sz="1600" spc="-1" strike="noStrike">
              <a:solidFill>
                <a:srgbClr val="404040"/>
              </a:solidFill>
              <a:latin typeface="Century Gothic"/>
            </a:endParaRPr>
          </a:p>
          <a:p>
            <a:pPr marL="257040" indent="-256680">
              <a:lnSpc>
                <a:spcPct val="100000"/>
              </a:lnSpc>
              <a:buClr>
                <a:srgbClr val="353535"/>
              </a:buClr>
              <a:buFont typeface="Arial"/>
              <a:buChar char="•"/>
            </a:pPr>
            <a:r>
              <a:rPr b="0" lang="en-US" sz="1600" spc="-1" strike="noStrike">
                <a:solidFill>
                  <a:srgbClr val="404040"/>
                </a:solidFill>
                <a:latin typeface="Century Gothic"/>
              </a:rPr>
              <a:t>Flow control helps maintain the reliability of TCP transmission by adjusting the rate of data flow between source and destination.</a:t>
            </a:r>
            <a:endParaRPr b="0" lang="en-US" sz="1600" spc="-1" strike="noStrike">
              <a:solidFill>
                <a:srgbClr val="404040"/>
              </a:solidFill>
              <a:latin typeface="Century Gothic"/>
            </a:endParaRPr>
          </a:p>
          <a:p>
            <a:pPr marL="257040" indent="-256680">
              <a:lnSpc>
                <a:spcPct val="100000"/>
              </a:lnSpc>
              <a:buClr>
                <a:srgbClr val="353535"/>
              </a:buClr>
              <a:buFont typeface="Arial"/>
              <a:buChar char="•"/>
            </a:pPr>
            <a:r>
              <a:rPr b="0" lang="en-US" sz="1600" spc="-1" strike="noStrike">
                <a:solidFill>
                  <a:srgbClr val="404040"/>
                </a:solidFill>
                <a:latin typeface="Century Gothic"/>
              </a:rPr>
              <a:t>A source might be transmitting 1,460 bytes of data within each TCP segment. This is the typical MSS that a destination device can receive.</a:t>
            </a:r>
            <a:endParaRPr b="0" lang="en-US" sz="1600" spc="-1" strike="noStrike">
              <a:solidFill>
                <a:srgbClr val="404040"/>
              </a:solidFill>
              <a:latin typeface="Century Gothic"/>
            </a:endParaRPr>
          </a:p>
          <a:p>
            <a:pPr marL="257040" indent="-256680">
              <a:lnSpc>
                <a:spcPct val="100000"/>
              </a:lnSpc>
              <a:buClr>
                <a:srgbClr val="353535"/>
              </a:buClr>
              <a:buFont typeface="Arial"/>
              <a:buChar char="•"/>
            </a:pPr>
            <a:r>
              <a:rPr b="0" lang="en-US" sz="1600" spc="-1" strike="noStrike">
                <a:solidFill>
                  <a:srgbClr val="404040"/>
                </a:solidFill>
                <a:latin typeface="Century Gothic"/>
              </a:rPr>
              <a:t>The process of the destination sending acknowledgments as it processes bytes received and the continual adjustment of the source’s send window is known as sliding windows.</a:t>
            </a:r>
            <a:endParaRPr b="0" lang="en-US" sz="1600" spc="-1" strike="noStrike">
              <a:solidFill>
                <a:srgbClr val="404040"/>
              </a:solidFill>
              <a:latin typeface="Century Gothic"/>
            </a:endParaRPr>
          </a:p>
          <a:p>
            <a:pPr marL="257040" indent="-256680">
              <a:lnSpc>
                <a:spcPct val="100000"/>
              </a:lnSpc>
              <a:buClr>
                <a:srgbClr val="353535"/>
              </a:buClr>
              <a:buFont typeface="Arial"/>
              <a:buChar char="•"/>
            </a:pPr>
            <a:r>
              <a:rPr b="0" lang="en-US" sz="1600" spc="-1" strike="noStrike">
                <a:solidFill>
                  <a:srgbClr val="404040"/>
                </a:solidFill>
                <a:latin typeface="Century Gothic"/>
              </a:rPr>
              <a:t>To avoid and control congestion, TCP employs several congestion handling mechanisms.</a:t>
            </a:r>
            <a:endParaRPr b="0" lang="en-US" sz="1600" spc="-1" strike="noStrike">
              <a:solidFill>
                <a:srgbClr val="404040"/>
              </a:solidFill>
              <a:latin typeface="Century Gothic"/>
            </a:endParaRPr>
          </a:p>
          <a:p>
            <a:pPr>
              <a:lnSpc>
                <a:spcPct val="100000"/>
              </a:lnSpc>
              <a:spcBef>
                <a:spcPts val="751"/>
              </a:spcBef>
            </a:pPr>
            <a:endParaRPr b="0" lang="en-US" sz="1600" spc="-1" strike="noStrike">
              <a:solidFill>
                <a:srgbClr val="404040"/>
              </a:solidFill>
              <a:latin typeface="Century Gothic"/>
            </a:endParaRPr>
          </a:p>
        </p:txBody>
      </p:sp>
    </p:spTree>
  </p:cSld>
  <p:transition spd="slow">
    <p:wipe dir="l"/>
  </p:transition>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594" name="TextShape 1"/>
          <p:cNvSpPr txBox="1"/>
          <p:nvPr/>
        </p:nvSpPr>
        <p:spPr>
          <a:xfrm>
            <a:off x="1384560" y="339120"/>
            <a:ext cx="7414200" cy="608760"/>
          </a:xfrm>
          <a:prstGeom prst="rect">
            <a:avLst/>
          </a:prstGeom>
          <a:noFill/>
          <a:ln w="0">
            <a:noFill/>
          </a:ln>
        </p:spPr>
        <p:txBody>
          <a:bodyPr>
            <a:normAutofit fontScale="82000"/>
          </a:bodyPr>
          <a:p>
            <a:pPr>
              <a:lnSpc>
                <a:spcPct val="100000"/>
              </a:lnSpc>
            </a:pPr>
            <a:r>
              <a:rPr b="0" lang="en-US" sz="1400" spc="-1" strike="noStrike">
                <a:solidFill>
                  <a:srgbClr val="178dbb"/>
                </a:solidFill>
                <a:latin typeface="Arial"/>
              </a:rPr>
              <a:t>Chapter 14: Transport Layer</a:t>
            </a:r>
            <a:br/>
            <a:r>
              <a:rPr b="0" lang="en-US" sz="2700" spc="-1" strike="noStrike">
                <a:solidFill>
                  <a:srgbClr val="178dbb"/>
                </a:solidFill>
                <a:latin typeface="Arial"/>
              </a:rPr>
              <a:t>New Terms and Commands</a:t>
            </a:r>
            <a:endParaRPr b="0" lang="en-US" sz="2700" spc="-1" strike="noStrike">
              <a:solidFill>
                <a:srgbClr val="000000"/>
              </a:solidFill>
              <a:latin typeface="Arial"/>
            </a:endParaRPr>
          </a:p>
        </p:txBody>
      </p:sp>
      <p:sp>
        <p:nvSpPr>
          <p:cNvPr id="595" name="TextShape 2"/>
          <p:cNvSpPr txBox="1"/>
          <p:nvPr/>
        </p:nvSpPr>
        <p:spPr>
          <a:xfrm>
            <a:off x="665280" y="1146240"/>
            <a:ext cx="4069440" cy="3754440"/>
          </a:xfrm>
          <a:prstGeom prst="rect">
            <a:avLst/>
          </a:prstGeom>
          <a:noFill/>
          <a:ln w="0">
            <a:solidFill>
              <a:srgbClr val="080808"/>
            </a:solidFill>
          </a:ln>
        </p:spPr>
        <p:txBody>
          <a:bodyPr>
            <a:noAutofit/>
          </a:bodyPr>
          <a:p>
            <a:pPr marL="257040" indent="-256680">
              <a:lnSpc>
                <a:spcPct val="100000"/>
              </a:lnSpc>
              <a:buClr>
                <a:srgbClr val="353535"/>
              </a:buClr>
              <a:buFont typeface="Arial"/>
              <a:buChar char="•"/>
            </a:pPr>
            <a:r>
              <a:rPr b="0" lang="en-US" sz="1600" spc="-1" strike="noStrike">
                <a:solidFill>
                  <a:srgbClr val="404040"/>
                </a:solidFill>
                <a:latin typeface="Century Gothic"/>
              </a:rPr>
              <a:t>Conversation Multiplexing</a:t>
            </a:r>
            <a:endParaRPr b="0" lang="en-US" sz="1600" spc="-1" strike="noStrike">
              <a:solidFill>
                <a:srgbClr val="404040"/>
              </a:solidFill>
              <a:latin typeface="Century Gothic"/>
            </a:endParaRPr>
          </a:p>
          <a:p>
            <a:pPr marL="257040" indent="-256680">
              <a:lnSpc>
                <a:spcPct val="100000"/>
              </a:lnSpc>
              <a:buClr>
                <a:srgbClr val="353535"/>
              </a:buClr>
              <a:buFont typeface="Arial"/>
              <a:buChar char="•"/>
            </a:pPr>
            <a:r>
              <a:rPr b="0" lang="en-US" sz="1600" spc="-1" strike="noStrike">
                <a:solidFill>
                  <a:srgbClr val="404040"/>
                </a:solidFill>
                <a:latin typeface="Century Gothic"/>
              </a:rPr>
              <a:t>Segments</a:t>
            </a:r>
            <a:endParaRPr b="0" lang="en-US" sz="1600" spc="-1" strike="noStrike">
              <a:solidFill>
                <a:srgbClr val="404040"/>
              </a:solidFill>
              <a:latin typeface="Century Gothic"/>
            </a:endParaRPr>
          </a:p>
          <a:p>
            <a:pPr marL="257040" indent="-256680">
              <a:lnSpc>
                <a:spcPct val="100000"/>
              </a:lnSpc>
              <a:buClr>
                <a:srgbClr val="353535"/>
              </a:buClr>
              <a:buFont typeface="Arial"/>
              <a:buChar char="•"/>
            </a:pPr>
            <a:r>
              <a:rPr b="0" lang="en-US" sz="1600" spc="-1" strike="noStrike">
                <a:solidFill>
                  <a:srgbClr val="404040"/>
                </a:solidFill>
                <a:latin typeface="Century Gothic"/>
              </a:rPr>
              <a:t>Datagrams</a:t>
            </a:r>
            <a:endParaRPr b="0" lang="en-US" sz="1600" spc="-1" strike="noStrike">
              <a:solidFill>
                <a:srgbClr val="404040"/>
              </a:solidFill>
              <a:latin typeface="Century Gothic"/>
            </a:endParaRPr>
          </a:p>
          <a:p>
            <a:pPr marL="257040" indent="-256680">
              <a:lnSpc>
                <a:spcPct val="100000"/>
              </a:lnSpc>
              <a:buClr>
                <a:srgbClr val="353535"/>
              </a:buClr>
              <a:buFont typeface="Arial"/>
              <a:buChar char="•"/>
            </a:pPr>
            <a:r>
              <a:rPr b="0" lang="en-US" sz="1600" spc="-1" strike="noStrike">
                <a:solidFill>
                  <a:srgbClr val="404040"/>
                </a:solidFill>
                <a:latin typeface="Century Gothic"/>
              </a:rPr>
              <a:t>Connection-Oriented Protocol</a:t>
            </a:r>
            <a:endParaRPr b="0" lang="en-US" sz="1600" spc="-1" strike="noStrike">
              <a:solidFill>
                <a:srgbClr val="404040"/>
              </a:solidFill>
              <a:latin typeface="Century Gothic"/>
            </a:endParaRPr>
          </a:p>
          <a:p>
            <a:pPr marL="257040" indent="-256680">
              <a:lnSpc>
                <a:spcPct val="100000"/>
              </a:lnSpc>
              <a:buClr>
                <a:srgbClr val="353535"/>
              </a:buClr>
              <a:buFont typeface="Arial"/>
              <a:buChar char="•"/>
            </a:pPr>
            <a:r>
              <a:rPr b="0" lang="en-US" sz="1600" spc="-1" strike="noStrike">
                <a:solidFill>
                  <a:srgbClr val="404040"/>
                </a:solidFill>
                <a:latin typeface="Century Gothic"/>
              </a:rPr>
              <a:t>Connectionless Protocol</a:t>
            </a:r>
            <a:endParaRPr b="0" lang="en-US" sz="1600" spc="-1" strike="noStrike">
              <a:solidFill>
                <a:srgbClr val="404040"/>
              </a:solidFill>
              <a:latin typeface="Century Gothic"/>
            </a:endParaRPr>
          </a:p>
          <a:p>
            <a:pPr marL="257040" indent="-256680">
              <a:lnSpc>
                <a:spcPct val="100000"/>
              </a:lnSpc>
              <a:buClr>
                <a:srgbClr val="353535"/>
              </a:buClr>
              <a:buFont typeface="Arial"/>
              <a:buChar char="•"/>
            </a:pPr>
            <a:r>
              <a:rPr b="0" lang="en-US" sz="1600" spc="-1" strike="noStrike">
                <a:solidFill>
                  <a:srgbClr val="404040"/>
                </a:solidFill>
                <a:latin typeface="Century Gothic"/>
              </a:rPr>
              <a:t>Stateless Protocol</a:t>
            </a:r>
            <a:endParaRPr b="0" lang="en-US" sz="1600" spc="-1" strike="noStrike">
              <a:solidFill>
                <a:srgbClr val="404040"/>
              </a:solidFill>
              <a:latin typeface="Century Gothic"/>
            </a:endParaRPr>
          </a:p>
          <a:p>
            <a:pPr marL="257040" indent="-256680">
              <a:lnSpc>
                <a:spcPct val="100000"/>
              </a:lnSpc>
              <a:buClr>
                <a:srgbClr val="353535"/>
              </a:buClr>
              <a:buFont typeface="Arial"/>
              <a:buChar char="•"/>
            </a:pPr>
            <a:r>
              <a:rPr b="0" lang="en-US" sz="1600" spc="-1" strike="noStrike">
                <a:solidFill>
                  <a:srgbClr val="404040"/>
                </a:solidFill>
                <a:latin typeface="Century Gothic"/>
              </a:rPr>
              <a:t>Flow Control</a:t>
            </a:r>
            <a:endParaRPr b="0" lang="en-US" sz="1600" spc="-1" strike="noStrike">
              <a:solidFill>
                <a:srgbClr val="404040"/>
              </a:solidFill>
              <a:latin typeface="Century Gothic"/>
            </a:endParaRPr>
          </a:p>
          <a:p>
            <a:pPr marL="257040" indent="-256680">
              <a:lnSpc>
                <a:spcPct val="100000"/>
              </a:lnSpc>
              <a:buClr>
                <a:srgbClr val="353535"/>
              </a:buClr>
              <a:buFont typeface="Arial"/>
              <a:buChar char="•"/>
            </a:pPr>
            <a:r>
              <a:rPr b="0" lang="en-US" sz="1600" spc="-1" strike="noStrike">
                <a:solidFill>
                  <a:srgbClr val="404040"/>
                </a:solidFill>
                <a:latin typeface="Century Gothic"/>
              </a:rPr>
              <a:t>Same-Order Delivery</a:t>
            </a:r>
            <a:endParaRPr b="0" lang="en-US" sz="1600" spc="-1" strike="noStrike">
              <a:solidFill>
                <a:srgbClr val="404040"/>
              </a:solidFill>
              <a:latin typeface="Century Gothic"/>
            </a:endParaRPr>
          </a:p>
          <a:p>
            <a:pPr marL="257040" indent="-256680">
              <a:lnSpc>
                <a:spcPct val="100000"/>
              </a:lnSpc>
              <a:buClr>
                <a:srgbClr val="353535"/>
              </a:buClr>
              <a:buFont typeface="Arial"/>
              <a:buChar char="•"/>
            </a:pPr>
            <a:r>
              <a:rPr b="0" lang="en-US" sz="1600" spc="-1" strike="noStrike">
                <a:solidFill>
                  <a:srgbClr val="404040"/>
                </a:solidFill>
                <a:latin typeface="Century Gothic"/>
              </a:rPr>
              <a:t>Socket Pairs</a:t>
            </a:r>
            <a:endParaRPr b="0" lang="en-US" sz="1600" spc="-1" strike="noStrike">
              <a:solidFill>
                <a:srgbClr val="404040"/>
              </a:solidFill>
              <a:latin typeface="Century Gothic"/>
            </a:endParaRPr>
          </a:p>
          <a:p>
            <a:pPr marL="257040" indent="-256680">
              <a:lnSpc>
                <a:spcPct val="100000"/>
              </a:lnSpc>
              <a:buClr>
                <a:srgbClr val="353535"/>
              </a:buClr>
              <a:buFont typeface="Arial"/>
              <a:buChar char="•"/>
            </a:pPr>
            <a:r>
              <a:rPr b="0" lang="en-US" sz="1600" spc="-1" strike="noStrike">
                <a:solidFill>
                  <a:srgbClr val="404040"/>
                </a:solidFill>
                <a:latin typeface="Century Gothic"/>
              </a:rPr>
              <a:t>netstat</a:t>
            </a:r>
            <a:endParaRPr b="0" lang="en-US" sz="1600" spc="-1" strike="noStrike">
              <a:solidFill>
                <a:srgbClr val="404040"/>
              </a:solidFill>
              <a:latin typeface="Century Gothic"/>
            </a:endParaRPr>
          </a:p>
          <a:p>
            <a:pPr>
              <a:lnSpc>
                <a:spcPct val="100000"/>
              </a:lnSpc>
            </a:pPr>
            <a:endParaRPr b="0" lang="en-US" sz="1600" spc="-1" strike="noStrike">
              <a:solidFill>
                <a:srgbClr val="404040"/>
              </a:solidFill>
              <a:latin typeface="Century Gothic"/>
            </a:endParaRPr>
          </a:p>
        </p:txBody>
      </p:sp>
      <p:sp>
        <p:nvSpPr>
          <p:cNvPr id="596" name="CustomShape 3"/>
          <p:cNvSpPr/>
          <p:nvPr/>
        </p:nvSpPr>
        <p:spPr>
          <a:xfrm>
            <a:off x="4800960" y="1146240"/>
            <a:ext cx="3997440" cy="3680280"/>
          </a:xfrm>
          <a:prstGeom prst="rect">
            <a:avLst/>
          </a:prstGeom>
          <a:noFill/>
          <a:ln w="0">
            <a:solidFill>
              <a:srgbClr val="080808"/>
            </a:solidFill>
          </a:ln>
        </p:spPr>
        <p:style>
          <a:lnRef idx="0"/>
          <a:fillRef idx="0"/>
          <a:effectRef idx="0"/>
          <a:fontRef idx="minor"/>
        </p:style>
        <p:txBody>
          <a:bodyPr lIns="90000" rIns="90000" tIns="45000" bIns="45000">
            <a:spAutoFit/>
          </a:bodyPr>
          <a:p>
            <a:pPr marL="285840" indent="-285480">
              <a:lnSpc>
                <a:spcPct val="100000"/>
              </a:lnSpc>
              <a:buClr>
                <a:srgbClr val="000000"/>
              </a:buClr>
              <a:buFont typeface="Arial"/>
              <a:buChar char="•"/>
            </a:pPr>
            <a:r>
              <a:rPr b="0" lang="en-US" sz="1600" spc="-1" strike="noStrike">
                <a:solidFill>
                  <a:srgbClr val="000000"/>
                </a:solidFill>
                <a:latin typeface="Arial"/>
                <a:ea typeface="ＭＳ Ｐゴシック"/>
              </a:rPr>
              <a:t>Three-Way Handshake</a:t>
            </a:r>
            <a:endParaRPr b="0" lang="en-GB" sz="1600" spc="-1" strike="noStrike">
              <a:latin typeface="Arial"/>
            </a:endParaRPr>
          </a:p>
          <a:p>
            <a:pPr marL="285840" indent="-285480">
              <a:lnSpc>
                <a:spcPct val="100000"/>
              </a:lnSpc>
              <a:buClr>
                <a:srgbClr val="000000"/>
              </a:buClr>
              <a:buFont typeface="Arial"/>
              <a:buChar char="•"/>
            </a:pPr>
            <a:r>
              <a:rPr b="0" lang="en-US" sz="1600" spc="-1" strike="noStrike">
                <a:solidFill>
                  <a:srgbClr val="000000"/>
                </a:solidFill>
                <a:latin typeface="Arial"/>
                <a:ea typeface="ＭＳ Ｐゴシック"/>
              </a:rPr>
              <a:t>SYN</a:t>
            </a:r>
            <a:endParaRPr b="0" lang="en-GB" sz="1600" spc="-1" strike="noStrike">
              <a:latin typeface="Arial"/>
            </a:endParaRPr>
          </a:p>
          <a:p>
            <a:pPr marL="285840" indent="-285480">
              <a:lnSpc>
                <a:spcPct val="100000"/>
              </a:lnSpc>
              <a:buClr>
                <a:srgbClr val="000000"/>
              </a:buClr>
              <a:buFont typeface="Arial"/>
              <a:buChar char="•"/>
            </a:pPr>
            <a:r>
              <a:rPr b="0" lang="en-US" sz="1600" spc="-1" strike="noStrike">
                <a:solidFill>
                  <a:srgbClr val="000000"/>
                </a:solidFill>
                <a:latin typeface="Arial"/>
                <a:ea typeface="ＭＳ Ｐゴシック"/>
              </a:rPr>
              <a:t>ACK</a:t>
            </a:r>
            <a:endParaRPr b="0" lang="en-GB" sz="1600" spc="-1" strike="noStrike">
              <a:latin typeface="Arial"/>
            </a:endParaRPr>
          </a:p>
          <a:p>
            <a:pPr marL="285840" indent="-285480">
              <a:lnSpc>
                <a:spcPct val="100000"/>
              </a:lnSpc>
              <a:buClr>
                <a:srgbClr val="000000"/>
              </a:buClr>
              <a:buFont typeface="Arial"/>
              <a:buChar char="•"/>
            </a:pPr>
            <a:r>
              <a:rPr b="0" lang="en-US" sz="1600" spc="-1" strike="noStrike">
                <a:solidFill>
                  <a:srgbClr val="000000"/>
                </a:solidFill>
                <a:latin typeface="Arial"/>
                <a:ea typeface="ＭＳ Ｐゴシック"/>
              </a:rPr>
              <a:t>FIN</a:t>
            </a:r>
            <a:endParaRPr b="0" lang="en-GB" sz="1600" spc="-1" strike="noStrike">
              <a:latin typeface="Arial"/>
            </a:endParaRPr>
          </a:p>
          <a:p>
            <a:pPr marL="285840" indent="-285480">
              <a:lnSpc>
                <a:spcPct val="100000"/>
              </a:lnSpc>
              <a:buClr>
                <a:srgbClr val="000000"/>
              </a:buClr>
              <a:buFont typeface="Arial"/>
              <a:buChar char="•"/>
            </a:pPr>
            <a:r>
              <a:rPr b="0" lang="en-US" sz="1600" spc="-1" strike="noStrike">
                <a:solidFill>
                  <a:srgbClr val="000000"/>
                </a:solidFill>
                <a:latin typeface="Arial"/>
                <a:ea typeface="ＭＳ Ｐゴシック"/>
              </a:rPr>
              <a:t>URG</a:t>
            </a:r>
            <a:endParaRPr b="0" lang="en-GB" sz="1600" spc="-1" strike="noStrike">
              <a:latin typeface="Arial"/>
            </a:endParaRPr>
          </a:p>
          <a:p>
            <a:pPr marL="285840" indent="-285480">
              <a:lnSpc>
                <a:spcPct val="100000"/>
              </a:lnSpc>
              <a:buClr>
                <a:srgbClr val="000000"/>
              </a:buClr>
              <a:buFont typeface="Arial"/>
              <a:buChar char="•"/>
            </a:pPr>
            <a:r>
              <a:rPr b="0" lang="en-US" sz="1600" spc="-1" strike="noStrike">
                <a:solidFill>
                  <a:srgbClr val="000000"/>
                </a:solidFill>
                <a:latin typeface="Arial"/>
                <a:ea typeface="ＭＳ Ｐゴシック"/>
              </a:rPr>
              <a:t>PSH</a:t>
            </a:r>
            <a:endParaRPr b="0" lang="en-GB" sz="1600" spc="-1" strike="noStrike">
              <a:latin typeface="Arial"/>
            </a:endParaRPr>
          </a:p>
          <a:p>
            <a:pPr marL="285840" indent="-285480">
              <a:lnSpc>
                <a:spcPct val="100000"/>
              </a:lnSpc>
              <a:buClr>
                <a:srgbClr val="000000"/>
              </a:buClr>
              <a:buFont typeface="Arial"/>
              <a:buChar char="•"/>
            </a:pPr>
            <a:r>
              <a:rPr b="0" lang="en-US" sz="1600" spc="-1" strike="noStrike">
                <a:solidFill>
                  <a:srgbClr val="000000"/>
                </a:solidFill>
                <a:latin typeface="Arial"/>
                <a:ea typeface="ＭＳ Ｐゴシック"/>
              </a:rPr>
              <a:t>RST</a:t>
            </a:r>
            <a:endParaRPr b="0" lang="en-GB" sz="1600" spc="-1" strike="noStrike">
              <a:latin typeface="Arial"/>
            </a:endParaRPr>
          </a:p>
          <a:p>
            <a:pPr marL="285840" indent="-285480">
              <a:lnSpc>
                <a:spcPct val="100000"/>
              </a:lnSpc>
              <a:buClr>
                <a:srgbClr val="080808"/>
              </a:buClr>
              <a:buFont typeface="Arial"/>
              <a:buChar char="•"/>
            </a:pPr>
            <a:r>
              <a:rPr b="0" lang="en-US" sz="1600" spc="-1" strike="noStrike">
                <a:solidFill>
                  <a:srgbClr val="080808"/>
                </a:solidFill>
                <a:latin typeface="Arial"/>
                <a:ea typeface="ＭＳ Ｐゴシック"/>
              </a:rPr>
              <a:t>Initial Sequence Number (ISN)</a:t>
            </a:r>
            <a:endParaRPr b="0" lang="en-GB" sz="1600" spc="-1" strike="noStrike">
              <a:latin typeface="Arial"/>
            </a:endParaRPr>
          </a:p>
          <a:p>
            <a:pPr marL="285840" indent="-285480">
              <a:lnSpc>
                <a:spcPct val="100000"/>
              </a:lnSpc>
              <a:buClr>
                <a:srgbClr val="080808"/>
              </a:buClr>
              <a:buFont typeface="Arial"/>
              <a:buChar char="•"/>
            </a:pPr>
            <a:r>
              <a:rPr b="0" lang="en-US" sz="1600" spc="-1" strike="noStrike">
                <a:solidFill>
                  <a:srgbClr val="080808"/>
                </a:solidFill>
                <a:latin typeface="Arial"/>
                <a:ea typeface="ＭＳ Ｐゴシック"/>
              </a:rPr>
              <a:t>Selective Acknowledgement (SACK)</a:t>
            </a:r>
            <a:endParaRPr b="0" lang="en-GB" sz="1600" spc="-1" strike="noStrike">
              <a:latin typeface="Arial"/>
            </a:endParaRPr>
          </a:p>
          <a:p>
            <a:pPr marL="285840" indent="-285480">
              <a:lnSpc>
                <a:spcPct val="100000"/>
              </a:lnSpc>
              <a:buClr>
                <a:srgbClr val="080808"/>
              </a:buClr>
              <a:buFont typeface="Arial"/>
              <a:buChar char="•"/>
            </a:pPr>
            <a:r>
              <a:rPr b="0" lang="en-US" sz="1600" spc="-1" strike="noStrike">
                <a:solidFill>
                  <a:srgbClr val="080808"/>
                </a:solidFill>
                <a:latin typeface="Arial"/>
                <a:ea typeface="ＭＳ Ｐゴシック"/>
              </a:rPr>
              <a:t>Sliding Window</a:t>
            </a:r>
            <a:endParaRPr b="0" lang="en-GB" sz="1600" spc="-1" strike="noStrike">
              <a:latin typeface="Arial"/>
            </a:endParaRPr>
          </a:p>
          <a:p>
            <a:pPr marL="285840" indent="-285480">
              <a:lnSpc>
                <a:spcPct val="100000"/>
              </a:lnSpc>
              <a:buClr>
                <a:srgbClr val="080808"/>
              </a:buClr>
              <a:buFont typeface="Arial"/>
              <a:buChar char="•"/>
            </a:pPr>
            <a:r>
              <a:rPr b="0" lang="en-US" sz="1600" spc="-1" strike="noStrike">
                <a:solidFill>
                  <a:srgbClr val="080808"/>
                </a:solidFill>
                <a:latin typeface="Arial"/>
                <a:ea typeface="ＭＳ Ｐゴシック"/>
              </a:rPr>
              <a:t>Maximum Segment Size (MSS)</a:t>
            </a:r>
            <a:endParaRPr b="0" lang="en-GB" sz="1600" spc="-1" strike="noStrike">
              <a:latin typeface="Arial"/>
            </a:endParaRPr>
          </a:p>
          <a:p>
            <a:pPr marL="285840" indent="-285480">
              <a:lnSpc>
                <a:spcPct val="100000"/>
              </a:lnSpc>
              <a:buClr>
                <a:srgbClr val="080808"/>
              </a:buClr>
              <a:buFont typeface="Arial"/>
              <a:buChar char="•"/>
            </a:pPr>
            <a:r>
              <a:rPr b="0" lang="en-US" sz="1600" spc="-1" strike="noStrike">
                <a:solidFill>
                  <a:srgbClr val="080808"/>
                </a:solidFill>
                <a:latin typeface="Arial"/>
                <a:ea typeface="ＭＳ Ｐゴシック"/>
              </a:rPr>
              <a:t>Maximum Transmission Unit (MTU)</a:t>
            </a:r>
            <a:endParaRPr b="0" lang="en-GB" sz="1600" spc="-1" strike="noStrike">
              <a:latin typeface="Arial"/>
            </a:endParaRPr>
          </a:p>
          <a:p>
            <a:pPr marL="285840" indent="-285480">
              <a:lnSpc>
                <a:spcPct val="100000"/>
              </a:lnSpc>
              <a:buClr>
                <a:srgbClr val="080808"/>
              </a:buClr>
              <a:buFont typeface="Arial"/>
              <a:buChar char="•"/>
            </a:pPr>
            <a:r>
              <a:rPr b="0" lang="en-US" sz="1600" spc="-1" strike="noStrike">
                <a:solidFill>
                  <a:srgbClr val="080808"/>
                </a:solidFill>
                <a:latin typeface="Arial"/>
                <a:ea typeface="ＭＳ Ｐゴシック"/>
              </a:rPr>
              <a:t>Congestion Avoidance</a:t>
            </a:r>
            <a:endParaRPr b="0" lang="en-GB" sz="1600" spc="-1" strike="noStrike">
              <a:latin typeface="Arial"/>
            </a:endParaRPr>
          </a:p>
          <a:p>
            <a:pPr>
              <a:lnSpc>
                <a:spcPct val="100000"/>
              </a:lnSpc>
            </a:pPr>
            <a:endParaRPr b="0" lang="en-GB" sz="1600" spc="-1" strike="noStrike">
              <a:latin typeface="Arial"/>
            </a:endParaRPr>
          </a:p>
          <a:p>
            <a:pPr>
              <a:lnSpc>
                <a:spcPct val="100000"/>
              </a:lnSpc>
            </a:pPr>
            <a:endParaRPr b="0" lang="en-GB" sz="1600" spc="-1" strike="noStrike">
              <a:latin typeface="Arial"/>
            </a:endParaRPr>
          </a:p>
        </p:txBody>
      </p:sp>
    </p:spTree>
  </p:cSld>
  <p:transition spd="slow">
    <p:wipe dir="l"/>
  </p:transition>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spTree>
  </p:cSld>
  <p:transition spd="slow">
    <p:wipe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Default Theme</Template>
  <TotalTime>7561</TotalTime>
  <Application>LibreOffice/7.0.4.2$Linux_X86_64 LibreOffice_project/00$Build-2</Application>
  <AppVersion>15.0000</AppVersion>
  <Words>3783</Words>
  <Paragraphs>551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dc:description/>
  <dc:language>en-GB</dc:language>
  <cp:lastModifiedBy/>
  <dcterms:modified xsi:type="dcterms:W3CDTF">2025-02-21T08:17:26Z</dcterms:modified>
  <cp:revision>279</cp:revision>
  <dc:subject/>
  <dc:title>Chapter 2: Basic Switch and End Device Configuration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F9A496F7-57D7-4028-9572-D40DFDF3715A</vt:lpwstr>
  </property>
  <property fmtid="{D5CDD505-2E9C-101B-9397-08002B2CF9AE}" pid="3" name="ArticulatePath">
    <vt:lpwstr>ITE7_Chp9_by_jg</vt:lpwstr>
  </property>
  <property fmtid="{D5CDD505-2E9C-101B-9397-08002B2CF9AE}" pid="4" name="HiddenSlides">
    <vt:i4>1</vt:i4>
  </property>
  <property fmtid="{D5CDD505-2E9C-101B-9397-08002B2CF9AE}" pid="5" name="Jive_LatestUserAccountName">
    <vt:lpwstr>alljohns</vt:lpwstr>
  </property>
  <property fmtid="{D5CDD505-2E9C-101B-9397-08002B2CF9AE}" pid="6" name="Jive_VersionGuid">
    <vt:lpwstr>fd96a0b3-f68d-4727-8e4f-2128d37ed30a</vt:lpwstr>
  </property>
  <property fmtid="{D5CDD505-2E9C-101B-9397-08002B2CF9AE}" pid="7" name="Notes">
    <vt:i4>53</vt:i4>
  </property>
  <property fmtid="{D5CDD505-2E9C-101B-9397-08002B2CF9AE}" pid="8" name="Offisync_ProviderInitializationData">
    <vt:lpwstr>https://cisco.jiveon.com</vt:lpwstr>
  </property>
  <property fmtid="{D5CDD505-2E9C-101B-9397-08002B2CF9AE}" pid="9" name="Offisync_ServerID">
    <vt:lpwstr>07841bbc-cd3c-4a76-827f-75a2226890f4</vt:lpwstr>
  </property>
  <property fmtid="{D5CDD505-2E9C-101B-9397-08002B2CF9AE}" pid="10" name="Offisync_UniqueId">
    <vt:lpwstr>1702406</vt:lpwstr>
  </property>
  <property fmtid="{D5CDD505-2E9C-101B-9397-08002B2CF9AE}" pid="11" name="Offisync_UpdateToken">
    <vt:lpwstr>1</vt:lpwstr>
  </property>
  <property fmtid="{D5CDD505-2E9C-101B-9397-08002B2CF9AE}" pid="12" name="PresentationFormat">
    <vt:lpwstr>On-screen Show (16:9)</vt:lpwstr>
  </property>
  <property fmtid="{D5CDD505-2E9C-101B-9397-08002B2CF9AE}" pid="13" name="Slides">
    <vt:i4>55</vt:i4>
  </property>
</Properties>
</file>